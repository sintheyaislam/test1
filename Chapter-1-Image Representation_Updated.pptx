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7" r:id="rId24"/>
    <p:sldId id="280" r:id="rId25"/>
    <p:sldId id="279" r:id="rId26"/>
    <p:sldId id="281" r:id="rId27"/>
    <p:sldId id="282" r:id="rId28"/>
    <p:sldId id="283" r:id="rId29"/>
    <p:sldId id="284" r:id="rId30"/>
    <p:sldId id="285" r:id="rId31"/>
    <p:sldId id="286" r:id="rId32"/>
    <p:sldId id="287" r:id="rId33"/>
    <p:sldId id="290" r:id="rId34"/>
    <p:sldId id="288" r:id="rId35"/>
    <p:sldId id="289"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F029F2-0AD9-4831-80A3-08F0017D309C}" v="16" dt="2025-10-28T09:40:11.6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eem Al Ahsan Rupai" userId="6c7fb3f4-7ca0-461a-9768-8d96aa50a6b0" providerId="ADAL" clId="{9B2770BB-F60C-411B-83FC-8A02D856E8CE}"/>
    <pc:docChg chg="undo custSel addSld modSld sldOrd">
      <pc:chgData name="Aneem Al Ahsan Rupai" userId="6c7fb3f4-7ca0-461a-9768-8d96aa50a6b0" providerId="ADAL" clId="{9B2770BB-F60C-411B-83FC-8A02D856E8CE}" dt="2025-07-20T01:58:35.867" v="966" actId="20577"/>
      <pc:docMkLst>
        <pc:docMk/>
      </pc:docMkLst>
      <pc:sldChg chg="modSp mod">
        <pc:chgData name="Aneem Al Ahsan Rupai" userId="6c7fb3f4-7ca0-461a-9768-8d96aa50a6b0" providerId="ADAL" clId="{9B2770BB-F60C-411B-83FC-8A02D856E8CE}" dt="2025-07-15T08:43:00.637" v="0" actId="20577"/>
        <pc:sldMkLst>
          <pc:docMk/>
          <pc:sldMk cId="2862034899" sldId="256"/>
        </pc:sldMkLst>
      </pc:sldChg>
      <pc:sldChg chg="modSp mod">
        <pc:chgData name="Aneem Al Ahsan Rupai" userId="6c7fb3f4-7ca0-461a-9768-8d96aa50a6b0" providerId="ADAL" clId="{9B2770BB-F60C-411B-83FC-8A02D856E8CE}" dt="2025-07-16T09:12:10.205" v="591" actId="20577"/>
        <pc:sldMkLst>
          <pc:docMk/>
          <pc:sldMk cId="4049997595" sldId="257"/>
        </pc:sldMkLst>
      </pc:sldChg>
      <pc:sldChg chg="addSp delSp modSp new mod modClrScheme chgLayout">
        <pc:chgData name="Aneem Al Ahsan Rupai" userId="6c7fb3f4-7ca0-461a-9768-8d96aa50a6b0" providerId="ADAL" clId="{9B2770BB-F60C-411B-83FC-8A02D856E8CE}" dt="2025-07-20T01:32:40.863" v="715" actId="113"/>
        <pc:sldMkLst>
          <pc:docMk/>
          <pc:sldMk cId="2624132108" sldId="274"/>
        </pc:sldMkLst>
      </pc:sldChg>
      <pc:sldChg chg="addSp delSp modSp new mod">
        <pc:chgData name="Aneem Al Ahsan Rupai" userId="6c7fb3f4-7ca0-461a-9768-8d96aa50a6b0" providerId="ADAL" clId="{9B2770BB-F60C-411B-83FC-8A02D856E8CE}" dt="2025-07-20T01:33:03.557" v="716" actId="255"/>
        <pc:sldMkLst>
          <pc:docMk/>
          <pc:sldMk cId="2850575016" sldId="275"/>
        </pc:sldMkLst>
      </pc:sldChg>
      <pc:sldChg chg="addSp delSp modSp new mod modClrScheme chgLayout">
        <pc:chgData name="Aneem Al Ahsan Rupai" userId="6c7fb3f4-7ca0-461a-9768-8d96aa50a6b0" providerId="ADAL" clId="{9B2770BB-F60C-411B-83FC-8A02D856E8CE}" dt="2025-07-20T01:33:11.187" v="717" actId="113"/>
        <pc:sldMkLst>
          <pc:docMk/>
          <pc:sldMk cId="2615147293" sldId="276"/>
        </pc:sldMkLst>
      </pc:sldChg>
      <pc:sldChg chg="addSp delSp modSp new mod">
        <pc:chgData name="Aneem Al Ahsan Rupai" userId="6c7fb3f4-7ca0-461a-9768-8d96aa50a6b0" providerId="ADAL" clId="{9B2770BB-F60C-411B-83FC-8A02D856E8CE}" dt="2025-07-16T08:52:24.602" v="309" actId="20577"/>
        <pc:sldMkLst>
          <pc:docMk/>
          <pc:sldMk cId="1381416172" sldId="277"/>
        </pc:sldMkLst>
      </pc:sldChg>
      <pc:sldChg chg="addSp delSp modSp new mod modClrScheme chgLayout">
        <pc:chgData name="Aneem Al Ahsan Rupai" userId="6c7fb3f4-7ca0-461a-9768-8d96aa50a6b0" providerId="ADAL" clId="{9B2770BB-F60C-411B-83FC-8A02D856E8CE}" dt="2025-07-20T01:33:25.725" v="719" actId="113"/>
        <pc:sldMkLst>
          <pc:docMk/>
          <pc:sldMk cId="3309141381" sldId="278"/>
        </pc:sldMkLst>
      </pc:sldChg>
      <pc:sldChg chg="addSp delSp modSp new mod modClrScheme chgLayout">
        <pc:chgData name="Aneem Al Ahsan Rupai" userId="6c7fb3f4-7ca0-461a-9768-8d96aa50a6b0" providerId="ADAL" clId="{9B2770BB-F60C-411B-83FC-8A02D856E8CE}" dt="2025-07-20T01:35:21.506" v="725" actId="20577"/>
        <pc:sldMkLst>
          <pc:docMk/>
          <pc:sldMk cId="3580879131" sldId="279"/>
        </pc:sldMkLst>
      </pc:sldChg>
      <pc:sldChg chg="addSp delSp modSp new mod ord modClrScheme chgLayout">
        <pc:chgData name="Aneem Al Ahsan Rupai" userId="6c7fb3f4-7ca0-461a-9768-8d96aa50a6b0" providerId="ADAL" clId="{9B2770BB-F60C-411B-83FC-8A02D856E8CE}" dt="2025-07-20T01:34:38.221" v="722" actId="20577"/>
        <pc:sldMkLst>
          <pc:docMk/>
          <pc:sldMk cId="3593391846" sldId="280"/>
        </pc:sldMkLst>
      </pc:sldChg>
      <pc:sldChg chg="modSp new mod">
        <pc:chgData name="Aneem Al Ahsan Rupai" userId="6c7fb3f4-7ca0-461a-9768-8d96aa50a6b0" providerId="ADAL" clId="{9B2770BB-F60C-411B-83FC-8A02D856E8CE}" dt="2025-07-16T09:03:08.593" v="485" actId="20577"/>
        <pc:sldMkLst>
          <pc:docMk/>
          <pc:sldMk cId="4137420748" sldId="281"/>
        </pc:sldMkLst>
      </pc:sldChg>
      <pc:sldChg chg="modSp new mod">
        <pc:chgData name="Aneem Al Ahsan Rupai" userId="6c7fb3f4-7ca0-461a-9768-8d96aa50a6b0" providerId="ADAL" clId="{9B2770BB-F60C-411B-83FC-8A02D856E8CE}" dt="2025-07-16T09:04:26.064" v="512" actId="20577"/>
        <pc:sldMkLst>
          <pc:docMk/>
          <pc:sldMk cId="3004873309" sldId="282"/>
        </pc:sldMkLst>
      </pc:sldChg>
      <pc:sldChg chg="addSp delSp modSp new mod">
        <pc:chgData name="Aneem Al Ahsan Rupai" userId="6c7fb3f4-7ca0-461a-9768-8d96aa50a6b0" providerId="ADAL" clId="{9B2770BB-F60C-411B-83FC-8A02D856E8CE}" dt="2025-07-16T09:07:06.587" v="531"/>
        <pc:sldMkLst>
          <pc:docMk/>
          <pc:sldMk cId="4269316134" sldId="283"/>
        </pc:sldMkLst>
      </pc:sldChg>
      <pc:sldChg chg="addSp delSp modSp new mod">
        <pc:chgData name="Aneem Al Ahsan Rupai" userId="6c7fb3f4-7ca0-461a-9768-8d96aa50a6b0" providerId="ADAL" clId="{9B2770BB-F60C-411B-83FC-8A02D856E8CE}" dt="2025-07-16T09:10:09.243" v="587" actId="20577"/>
        <pc:sldMkLst>
          <pc:docMk/>
          <pc:sldMk cId="2264564312" sldId="284"/>
        </pc:sldMkLst>
      </pc:sldChg>
      <pc:sldChg chg="addSp modSp new mod modClrScheme chgLayout">
        <pc:chgData name="Aneem Al Ahsan Rupai" userId="6c7fb3f4-7ca0-461a-9768-8d96aa50a6b0" providerId="ADAL" clId="{9B2770BB-F60C-411B-83FC-8A02D856E8CE}" dt="2025-07-16T09:15:46.117" v="713" actId="20577"/>
        <pc:sldMkLst>
          <pc:docMk/>
          <pc:sldMk cId="2671598038" sldId="285"/>
        </pc:sldMkLst>
      </pc:sldChg>
      <pc:sldChg chg="addSp delSp modSp new mod setBg modClrScheme chgLayout">
        <pc:chgData name="Aneem Al Ahsan Rupai" userId="6c7fb3f4-7ca0-461a-9768-8d96aa50a6b0" providerId="ADAL" clId="{9B2770BB-F60C-411B-83FC-8A02D856E8CE}" dt="2025-07-20T01:47:57.024" v="811" actId="255"/>
        <pc:sldMkLst>
          <pc:docMk/>
          <pc:sldMk cId="1404401263" sldId="286"/>
        </pc:sldMkLst>
      </pc:sldChg>
      <pc:sldChg chg="addSp delSp modSp new mod modClrScheme chgLayout">
        <pc:chgData name="Aneem Al Ahsan Rupai" userId="6c7fb3f4-7ca0-461a-9768-8d96aa50a6b0" providerId="ADAL" clId="{9B2770BB-F60C-411B-83FC-8A02D856E8CE}" dt="2025-07-20T01:48:51.255" v="829" actId="14100"/>
        <pc:sldMkLst>
          <pc:docMk/>
          <pc:sldMk cId="318647606" sldId="287"/>
        </pc:sldMkLst>
      </pc:sldChg>
      <pc:sldChg chg="addSp delSp modSp new mod modClrScheme chgLayout">
        <pc:chgData name="Aneem Al Ahsan Rupai" userId="6c7fb3f4-7ca0-461a-9768-8d96aa50a6b0" providerId="ADAL" clId="{9B2770BB-F60C-411B-83FC-8A02D856E8CE}" dt="2025-07-20T01:56:27.424" v="915" actId="20577"/>
        <pc:sldMkLst>
          <pc:docMk/>
          <pc:sldMk cId="1484592143" sldId="288"/>
        </pc:sldMkLst>
      </pc:sldChg>
      <pc:sldChg chg="addSp delSp modSp new mod">
        <pc:chgData name="Aneem Al Ahsan Rupai" userId="6c7fb3f4-7ca0-461a-9768-8d96aa50a6b0" providerId="ADAL" clId="{9B2770BB-F60C-411B-83FC-8A02D856E8CE}" dt="2025-07-20T01:57:41.181" v="944" actId="20577"/>
        <pc:sldMkLst>
          <pc:docMk/>
          <pc:sldMk cId="21329947" sldId="289"/>
        </pc:sldMkLst>
      </pc:sldChg>
      <pc:sldChg chg="addSp delSp modSp new mod modClrScheme chgLayout">
        <pc:chgData name="Aneem Al Ahsan Rupai" userId="6c7fb3f4-7ca0-461a-9768-8d96aa50a6b0" providerId="ADAL" clId="{9B2770BB-F60C-411B-83FC-8A02D856E8CE}" dt="2025-07-20T01:56:19.214" v="905" actId="27636"/>
        <pc:sldMkLst>
          <pc:docMk/>
          <pc:sldMk cId="4214264472" sldId="290"/>
        </pc:sldMkLst>
      </pc:sldChg>
      <pc:sldChg chg="delSp modSp new mod">
        <pc:chgData name="Aneem Al Ahsan Rupai" userId="6c7fb3f4-7ca0-461a-9768-8d96aa50a6b0" providerId="ADAL" clId="{9B2770BB-F60C-411B-83FC-8A02D856E8CE}" dt="2025-07-20T01:58:19.787" v="955" actId="122"/>
        <pc:sldMkLst>
          <pc:docMk/>
          <pc:sldMk cId="1337152536" sldId="291"/>
        </pc:sldMkLst>
      </pc:sldChg>
      <pc:sldChg chg="modSp new mod">
        <pc:chgData name="Aneem Al Ahsan Rupai" userId="6c7fb3f4-7ca0-461a-9768-8d96aa50a6b0" providerId="ADAL" clId="{9B2770BB-F60C-411B-83FC-8A02D856E8CE}" dt="2025-07-20T01:58:35.867" v="966" actId="20577"/>
        <pc:sldMkLst>
          <pc:docMk/>
          <pc:sldMk cId="4207373651" sldId="292"/>
        </pc:sldMkLst>
      </pc:sldChg>
    </pc:docChg>
  </pc:docChgLst>
  <pc:docChgLst>
    <pc:chgData name="Aneem Al Ahsan Rupai" userId="6c7fb3f4-7ca0-461a-9768-8d96aa50a6b0" providerId="ADAL" clId="{5284B5C5-0C51-4C56-A974-231B292881CE}"/>
    <pc:docChg chg="custSel modSld">
      <pc:chgData name="Aneem Al Ahsan Rupai" userId="6c7fb3f4-7ca0-461a-9768-8d96aa50a6b0" providerId="ADAL" clId="{5284B5C5-0C51-4C56-A974-231B292881CE}" dt="2025-10-28T09:40:11.684" v="30" actId="20577"/>
      <pc:docMkLst>
        <pc:docMk/>
      </pc:docMkLst>
      <pc:sldChg chg="modSp mod">
        <pc:chgData name="Aneem Al Ahsan Rupai" userId="6c7fb3f4-7ca0-461a-9768-8d96aa50a6b0" providerId="ADAL" clId="{5284B5C5-0C51-4C56-A974-231B292881CE}" dt="2025-10-21T04:31:53.864" v="0" actId="15"/>
        <pc:sldMkLst>
          <pc:docMk/>
          <pc:sldMk cId="1203365389" sldId="264"/>
        </pc:sldMkLst>
        <pc:spChg chg="mod">
          <ac:chgData name="Aneem Al Ahsan Rupai" userId="6c7fb3f4-7ca0-461a-9768-8d96aa50a6b0" providerId="ADAL" clId="{5284B5C5-0C51-4C56-A974-231B292881CE}" dt="2025-10-21T04:31:53.864" v="0" actId="15"/>
          <ac:spMkLst>
            <pc:docMk/>
            <pc:sldMk cId="1203365389" sldId="264"/>
            <ac:spMk id="3" creationId="{770B74C7-EA01-B000-2750-D8A36A98E397}"/>
          </ac:spMkLst>
        </pc:spChg>
      </pc:sldChg>
      <pc:sldChg chg="modSp mod">
        <pc:chgData name="Aneem Al Ahsan Rupai" userId="6c7fb3f4-7ca0-461a-9768-8d96aa50a6b0" providerId="ADAL" clId="{5284B5C5-0C51-4C56-A974-231B292881CE}" dt="2025-10-28T09:40:11.684" v="30" actId="20577"/>
        <pc:sldMkLst>
          <pc:docMk/>
          <pc:sldMk cId="2671598038" sldId="285"/>
        </pc:sldMkLst>
        <pc:spChg chg="mod">
          <ac:chgData name="Aneem Al Ahsan Rupai" userId="6c7fb3f4-7ca0-461a-9768-8d96aa50a6b0" providerId="ADAL" clId="{5284B5C5-0C51-4C56-A974-231B292881CE}" dt="2025-10-28T09:40:10.800" v="23" actId="27636"/>
          <ac:spMkLst>
            <pc:docMk/>
            <pc:sldMk cId="2671598038" sldId="285"/>
            <ac:spMk id="3" creationId="{012C16F5-6AC8-A0CB-7D3E-09F7DEC4519B}"/>
          </ac:spMkLst>
        </pc:spChg>
        <pc:spChg chg="mod">
          <ac:chgData name="Aneem Al Ahsan Rupai" userId="6c7fb3f4-7ca0-461a-9768-8d96aa50a6b0" providerId="ADAL" clId="{5284B5C5-0C51-4C56-A974-231B292881CE}" dt="2025-10-28T09:40:11.684" v="30" actId="20577"/>
          <ac:spMkLst>
            <pc:docMk/>
            <pc:sldMk cId="2671598038" sldId="285"/>
            <ac:spMk id="4" creationId="{9ECA498B-1F3C-C54E-86B9-9E80EA26CA62}"/>
          </ac:spMkLst>
        </pc:spChg>
      </pc:sldChg>
      <pc:sldChg chg="modSp mod">
        <pc:chgData name="Aneem Al Ahsan Rupai" userId="6c7fb3f4-7ca0-461a-9768-8d96aa50a6b0" providerId="ADAL" clId="{5284B5C5-0C51-4C56-A974-231B292881CE}" dt="2025-10-28T05:18:20.536" v="17" actId="20577"/>
        <pc:sldMkLst>
          <pc:docMk/>
          <pc:sldMk cId="4214264472" sldId="290"/>
        </pc:sldMkLst>
        <pc:spChg chg="mod">
          <ac:chgData name="Aneem Al Ahsan Rupai" userId="6c7fb3f4-7ca0-461a-9768-8d96aa50a6b0" providerId="ADAL" clId="{5284B5C5-0C51-4C56-A974-231B292881CE}" dt="2025-10-28T05:18:20.536" v="17" actId="20577"/>
          <ac:spMkLst>
            <pc:docMk/>
            <pc:sldMk cId="4214264472" sldId="290"/>
            <ac:spMk id="6" creationId="{F749F54D-A035-A2D3-687A-AA3C03DDD4C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CDBF3F-4CBA-4488-A9DB-AC4CA506EB80}"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7B4187-07EB-4296-8AFC-8E17184EDF4B}" type="slidenum">
              <a:rPr lang="en-US" smtClean="0"/>
              <a:t>‹#›</a:t>
            </a:fld>
            <a:endParaRPr lang="en-US"/>
          </a:p>
        </p:txBody>
      </p:sp>
    </p:spTree>
    <p:extLst>
      <p:ext uri="{BB962C8B-B14F-4D97-AF65-F5344CB8AC3E}">
        <p14:creationId xmlns:p14="http://schemas.microsoft.com/office/powerpoint/2010/main" val="86076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7B4187-07EB-4296-8AFC-8E17184EDF4B}" type="slidenum">
              <a:rPr lang="en-US" smtClean="0"/>
              <a:t>6</a:t>
            </a:fld>
            <a:endParaRPr lang="en-US"/>
          </a:p>
        </p:txBody>
      </p:sp>
    </p:spTree>
    <p:extLst>
      <p:ext uri="{BB962C8B-B14F-4D97-AF65-F5344CB8AC3E}">
        <p14:creationId xmlns:p14="http://schemas.microsoft.com/office/powerpoint/2010/main" val="4190561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7B4187-07EB-4296-8AFC-8E17184EDF4B}" type="slidenum">
              <a:rPr lang="en-US" smtClean="0"/>
              <a:t>18</a:t>
            </a:fld>
            <a:endParaRPr lang="en-US"/>
          </a:p>
        </p:txBody>
      </p:sp>
    </p:spTree>
    <p:extLst>
      <p:ext uri="{BB962C8B-B14F-4D97-AF65-F5344CB8AC3E}">
        <p14:creationId xmlns:p14="http://schemas.microsoft.com/office/powerpoint/2010/main" val="2300055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7B4187-07EB-4296-8AFC-8E17184EDF4B}" type="slidenum">
              <a:rPr lang="en-US" smtClean="0"/>
              <a:t>29</a:t>
            </a:fld>
            <a:endParaRPr lang="en-US"/>
          </a:p>
        </p:txBody>
      </p:sp>
    </p:spTree>
    <p:extLst>
      <p:ext uri="{BB962C8B-B14F-4D97-AF65-F5344CB8AC3E}">
        <p14:creationId xmlns:p14="http://schemas.microsoft.com/office/powerpoint/2010/main" val="1476547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323C5-7E49-18E4-283D-3FB184FA96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2B137D-92E3-3BE5-34F5-BA6AFD7E59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8E1205-7616-2304-1881-F7A5093A3BE8}"/>
              </a:ext>
            </a:extLst>
          </p:cNvPr>
          <p:cNvSpPr>
            <a:spLocks noGrp="1"/>
          </p:cNvSpPr>
          <p:nvPr>
            <p:ph type="dt" sz="half" idx="10"/>
          </p:nvPr>
        </p:nvSpPr>
        <p:spPr/>
        <p:txBody>
          <a:bodyPr/>
          <a:lstStyle/>
          <a:p>
            <a:fld id="{9C2FB83B-E791-4C1F-A49C-2E835CABC74C}" type="datetimeFigureOut">
              <a:rPr lang="en-US" smtClean="0"/>
              <a:t>10/28/2025</a:t>
            </a:fld>
            <a:endParaRPr lang="en-US"/>
          </a:p>
        </p:txBody>
      </p:sp>
      <p:sp>
        <p:nvSpPr>
          <p:cNvPr id="5" name="Footer Placeholder 4">
            <a:extLst>
              <a:ext uri="{FF2B5EF4-FFF2-40B4-BE49-F238E27FC236}">
                <a16:creationId xmlns:a16="http://schemas.microsoft.com/office/drawing/2014/main" id="{D1BC5455-2A1A-BA07-631A-30FCD52D5C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1BE07B-432D-1872-70A0-BCA31471BB9F}"/>
              </a:ext>
            </a:extLst>
          </p:cNvPr>
          <p:cNvSpPr>
            <a:spLocks noGrp="1"/>
          </p:cNvSpPr>
          <p:nvPr>
            <p:ph type="sldNum" sz="quarter" idx="12"/>
          </p:nvPr>
        </p:nvSpPr>
        <p:spPr/>
        <p:txBody>
          <a:bodyPr/>
          <a:lstStyle/>
          <a:p>
            <a:fld id="{1A9D7225-0BEB-4610-9DA8-CFBBEC8FB7F4}" type="slidenum">
              <a:rPr lang="en-US" smtClean="0"/>
              <a:t>‹#›</a:t>
            </a:fld>
            <a:endParaRPr lang="en-US"/>
          </a:p>
        </p:txBody>
      </p:sp>
    </p:spTree>
    <p:extLst>
      <p:ext uri="{BB962C8B-B14F-4D97-AF65-F5344CB8AC3E}">
        <p14:creationId xmlns:p14="http://schemas.microsoft.com/office/powerpoint/2010/main" val="1339246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F67E8-175B-D640-F0DB-F69299BCF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EFADF1-CE1A-396D-A3BC-9D5A15BB24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7E2EF0-0E75-0B9C-B675-E72894AB2D19}"/>
              </a:ext>
            </a:extLst>
          </p:cNvPr>
          <p:cNvSpPr>
            <a:spLocks noGrp="1"/>
          </p:cNvSpPr>
          <p:nvPr>
            <p:ph type="dt" sz="half" idx="10"/>
          </p:nvPr>
        </p:nvSpPr>
        <p:spPr/>
        <p:txBody>
          <a:bodyPr/>
          <a:lstStyle/>
          <a:p>
            <a:fld id="{9C2FB83B-E791-4C1F-A49C-2E835CABC74C}" type="datetimeFigureOut">
              <a:rPr lang="en-US" smtClean="0"/>
              <a:t>10/28/2025</a:t>
            </a:fld>
            <a:endParaRPr lang="en-US"/>
          </a:p>
        </p:txBody>
      </p:sp>
      <p:sp>
        <p:nvSpPr>
          <p:cNvPr id="5" name="Footer Placeholder 4">
            <a:extLst>
              <a:ext uri="{FF2B5EF4-FFF2-40B4-BE49-F238E27FC236}">
                <a16:creationId xmlns:a16="http://schemas.microsoft.com/office/drawing/2014/main" id="{57CBC61E-D0BF-B098-FF08-7DFE6018AB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36C9F0-E375-B67D-105E-B6E30B4A5DC1}"/>
              </a:ext>
            </a:extLst>
          </p:cNvPr>
          <p:cNvSpPr>
            <a:spLocks noGrp="1"/>
          </p:cNvSpPr>
          <p:nvPr>
            <p:ph type="sldNum" sz="quarter" idx="12"/>
          </p:nvPr>
        </p:nvSpPr>
        <p:spPr/>
        <p:txBody>
          <a:bodyPr/>
          <a:lstStyle/>
          <a:p>
            <a:fld id="{1A9D7225-0BEB-4610-9DA8-CFBBEC8FB7F4}" type="slidenum">
              <a:rPr lang="en-US" smtClean="0"/>
              <a:t>‹#›</a:t>
            </a:fld>
            <a:endParaRPr lang="en-US"/>
          </a:p>
        </p:txBody>
      </p:sp>
    </p:spTree>
    <p:extLst>
      <p:ext uri="{BB962C8B-B14F-4D97-AF65-F5344CB8AC3E}">
        <p14:creationId xmlns:p14="http://schemas.microsoft.com/office/powerpoint/2010/main" val="1251272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B02ED-F9F2-08E9-B9C7-5CB6CF5D38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69872C-3101-CF9B-D8E6-4CBA3541AC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D08F17-C371-C7AD-FE8B-799208D2A462}"/>
              </a:ext>
            </a:extLst>
          </p:cNvPr>
          <p:cNvSpPr>
            <a:spLocks noGrp="1"/>
          </p:cNvSpPr>
          <p:nvPr>
            <p:ph type="dt" sz="half" idx="10"/>
          </p:nvPr>
        </p:nvSpPr>
        <p:spPr/>
        <p:txBody>
          <a:bodyPr/>
          <a:lstStyle/>
          <a:p>
            <a:fld id="{9C2FB83B-E791-4C1F-A49C-2E835CABC74C}" type="datetimeFigureOut">
              <a:rPr lang="en-US" smtClean="0"/>
              <a:t>10/28/2025</a:t>
            </a:fld>
            <a:endParaRPr lang="en-US"/>
          </a:p>
        </p:txBody>
      </p:sp>
      <p:sp>
        <p:nvSpPr>
          <p:cNvPr id="5" name="Footer Placeholder 4">
            <a:extLst>
              <a:ext uri="{FF2B5EF4-FFF2-40B4-BE49-F238E27FC236}">
                <a16:creationId xmlns:a16="http://schemas.microsoft.com/office/drawing/2014/main" id="{BC7C9A49-F630-73B1-DCC3-86EE3A0F7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0031B-0790-4C66-4AEA-A60CAF17357A}"/>
              </a:ext>
            </a:extLst>
          </p:cNvPr>
          <p:cNvSpPr>
            <a:spLocks noGrp="1"/>
          </p:cNvSpPr>
          <p:nvPr>
            <p:ph type="sldNum" sz="quarter" idx="12"/>
          </p:nvPr>
        </p:nvSpPr>
        <p:spPr/>
        <p:txBody>
          <a:bodyPr/>
          <a:lstStyle/>
          <a:p>
            <a:fld id="{1A9D7225-0BEB-4610-9DA8-CFBBEC8FB7F4}" type="slidenum">
              <a:rPr lang="en-US" smtClean="0"/>
              <a:t>‹#›</a:t>
            </a:fld>
            <a:endParaRPr lang="en-US"/>
          </a:p>
        </p:txBody>
      </p:sp>
    </p:spTree>
    <p:extLst>
      <p:ext uri="{BB962C8B-B14F-4D97-AF65-F5344CB8AC3E}">
        <p14:creationId xmlns:p14="http://schemas.microsoft.com/office/powerpoint/2010/main" val="2086055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AD2-CF7F-6FB1-4486-34BC18F7F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7CF56B-D3AF-E69E-D01A-1A2F77A9AB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A2D144-AFD8-C507-6239-C4BC84A6C7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F057A9-C62A-32CA-419E-16F6EEFA77D9}"/>
              </a:ext>
            </a:extLst>
          </p:cNvPr>
          <p:cNvSpPr>
            <a:spLocks noGrp="1"/>
          </p:cNvSpPr>
          <p:nvPr>
            <p:ph type="dt" sz="half" idx="10"/>
          </p:nvPr>
        </p:nvSpPr>
        <p:spPr/>
        <p:txBody>
          <a:bodyPr/>
          <a:lstStyle/>
          <a:p>
            <a:fld id="{9C2FB83B-E791-4C1F-A49C-2E835CABC74C}" type="datetimeFigureOut">
              <a:rPr lang="en-US" smtClean="0"/>
              <a:t>10/28/2025</a:t>
            </a:fld>
            <a:endParaRPr lang="en-US"/>
          </a:p>
        </p:txBody>
      </p:sp>
      <p:sp>
        <p:nvSpPr>
          <p:cNvPr id="6" name="Footer Placeholder 5">
            <a:extLst>
              <a:ext uri="{FF2B5EF4-FFF2-40B4-BE49-F238E27FC236}">
                <a16:creationId xmlns:a16="http://schemas.microsoft.com/office/drawing/2014/main" id="{B2D1EF1C-7564-FF8B-C882-42F5F4A303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30D6BA-0A17-B89B-78EB-E55B1EE4A4AD}"/>
              </a:ext>
            </a:extLst>
          </p:cNvPr>
          <p:cNvSpPr>
            <a:spLocks noGrp="1"/>
          </p:cNvSpPr>
          <p:nvPr>
            <p:ph type="sldNum" sz="quarter" idx="12"/>
          </p:nvPr>
        </p:nvSpPr>
        <p:spPr/>
        <p:txBody>
          <a:bodyPr/>
          <a:lstStyle/>
          <a:p>
            <a:fld id="{1A9D7225-0BEB-4610-9DA8-CFBBEC8FB7F4}" type="slidenum">
              <a:rPr lang="en-US" smtClean="0"/>
              <a:t>‹#›</a:t>
            </a:fld>
            <a:endParaRPr lang="en-US"/>
          </a:p>
        </p:txBody>
      </p:sp>
    </p:spTree>
    <p:extLst>
      <p:ext uri="{BB962C8B-B14F-4D97-AF65-F5344CB8AC3E}">
        <p14:creationId xmlns:p14="http://schemas.microsoft.com/office/powerpoint/2010/main" val="3218742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6CA02-FA48-16DA-C9FC-3BDA7C89C4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7EA94D-6205-934B-473C-5C5834418E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458BD5-5401-E7BD-F1A9-526EC81D57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4E5DD9-B645-782F-6EF4-88A1F9B68C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9C97F6-7BF7-7CB3-0CCF-D1DAB39BB1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CF82DF-A07D-5902-0143-01CA76269413}"/>
              </a:ext>
            </a:extLst>
          </p:cNvPr>
          <p:cNvSpPr>
            <a:spLocks noGrp="1"/>
          </p:cNvSpPr>
          <p:nvPr>
            <p:ph type="dt" sz="half" idx="10"/>
          </p:nvPr>
        </p:nvSpPr>
        <p:spPr/>
        <p:txBody>
          <a:bodyPr/>
          <a:lstStyle/>
          <a:p>
            <a:fld id="{9C2FB83B-E791-4C1F-A49C-2E835CABC74C}" type="datetimeFigureOut">
              <a:rPr lang="en-US" smtClean="0"/>
              <a:t>10/28/2025</a:t>
            </a:fld>
            <a:endParaRPr lang="en-US"/>
          </a:p>
        </p:txBody>
      </p:sp>
      <p:sp>
        <p:nvSpPr>
          <p:cNvPr id="8" name="Footer Placeholder 7">
            <a:extLst>
              <a:ext uri="{FF2B5EF4-FFF2-40B4-BE49-F238E27FC236}">
                <a16:creationId xmlns:a16="http://schemas.microsoft.com/office/drawing/2014/main" id="{65A47046-6609-0DA8-A181-4688AAC00F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746F7-7304-0313-D3A7-D888C58E5B70}"/>
              </a:ext>
            </a:extLst>
          </p:cNvPr>
          <p:cNvSpPr>
            <a:spLocks noGrp="1"/>
          </p:cNvSpPr>
          <p:nvPr>
            <p:ph type="sldNum" sz="quarter" idx="12"/>
          </p:nvPr>
        </p:nvSpPr>
        <p:spPr/>
        <p:txBody>
          <a:bodyPr/>
          <a:lstStyle/>
          <a:p>
            <a:fld id="{1A9D7225-0BEB-4610-9DA8-CFBBEC8FB7F4}" type="slidenum">
              <a:rPr lang="en-US" smtClean="0"/>
              <a:t>‹#›</a:t>
            </a:fld>
            <a:endParaRPr lang="en-US"/>
          </a:p>
        </p:txBody>
      </p:sp>
    </p:spTree>
    <p:extLst>
      <p:ext uri="{BB962C8B-B14F-4D97-AF65-F5344CB8AC3E}">
        <p14:creationId xmlns:p14="http://schemas.microsoft.com/office/powerpoint/2010/main" val="1317730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623CD-20A0-D7C0-C6FF-6C66C68E7BD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4C0C4D-DB51-1839-0A9A-B80795581B4A}"/>
              </a:ext>
            </a:extLst>
          </p:cNvPr>
          <p:cNvSpPr>
            <a:spLocks noGrp="1"/>
          </p:cNvSpPr>
          <p:nvPr>
            <p:ph type="dt" sz="half" idx="10"/>
          </p:nvPr>
        </p:nvSpPr>
        <p:spPr/>
        <p:txBody>
          <a:bodyPr/>
          <a:lstStyle/>
          <a:p>
            <a:fld id="{9C2FB83B-E791-4C1F-A49C-2E835CABC74C}" type="datetimeFigureOut">
              <a:rPr lang="en-US" smtClean="0"/>
              <a:t>10/28/2025</a:t>
            </a:fld>
            <a:endParaRPr lang="en-US"/>
          </a:p>
        </p:txBody>
      </p:sp>
      <p:sp>
        <p:nvSpPr>
          <p:cNvPr id="4" name="Footer Placeholder 3">
            <a:extLst>
              <a:ext uri="{FF2B5EF4-FFF2-40B4-BE49-F238E27FC236}">
                <a16:creationId xmlns:a16="http://schemas.microsoft.com/office/drawing/2014/main" id="{A33E9034-16C3-D244-DC20-1716CB77DC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94FF35-C62C-4F89-40C2-A479C6241A8A}"/>
              </a:ext>
            </a:extLst>
          </p:cNvPr>
          <p:cNvSpPr>
            <a:spLocks noGrp="1"/>
          </p:cNvSpPr>
          <p:nvPr>
            <p:ph type="sldNum" sz="quarter" idx="12"/>
          </p:nvPr>
        </p:nvSpPr>
        <p:spPr/>
        <p:txBody>
          <a:bodyPr/>
          <a:lstStyle/>
          <a:p>
            <a:fld id="{1A9D7225-0BEB-4610-9DA8-CFBBEC8FB7F4}" type="slidenum">
              <a:rPr lang="en-US" smtClean="0"/>
              <a:t>‹#›</a:t>
            </a:fld>
            <a:endParaRPr lang="en-US"/>
          </a:p>
        </p:txBody>
      </p:sp>
    </p:spTree>
    <p:extLst>
      <p:ext uri="{BB962C8B-B14F-4D97-AF65-F5344CB8AC3E}">
        <p14:creationId xmlns:p14="http://schemas.microsoft.com/office/powerpoint/2010/main" val="1558588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ACBEF6-1322-158E-914C-0C9A4ACADEFA}"/>
              </a:ext>
            </a:extLst>
          </p:cNvPr>
          <p:cNvSpPr>
            <a:spLocks noGrp="1"/>
          </p:cNvSpPr>
          <p:nvPr>
            <p:ph type="dt" sz="half" idx="10"/>
          </p:nvPr>
        </p:nvSpPr>
        <p:spPr/>
        <p:txBody>
          <a:bodyPr/>
          <a:lstStyle/>
          <a:p>
            <a:fld id="{9C2FB83B-E791-4C1F-A49C-2E835CABC74C}" type="datetimeFigureOut">
              <a:rPr lang="en-US" smtClean="0"/>
              <a:t>10/28/2025</a:t>
            </a:fld>
            <a:endParaRPr lang="en-US"/>
          </a:p>
        </p:txBody>
      </p:sp>
      <p:sp>
        <p:nvSpPr>
          <p:cNvPr id="3" name="Footer Placeholder 2">
            <a:extLst>
              <a:ext uri="{FF2B5EF4-FFF2-40B4-BE49-F238E27FC236}">
                <a16:creationId xmlns:a16="http://schemas.microsoft.com/office/drawing/2014/main" id="{4F9BF88D-D466-1EA7-C33E-C7C5F99898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023D97-A559-7468-C0EB-6F7E3092AF8B}"/>
              </a:ext>
            </a:extLst>
          </p:cNvPr>
          <p:cNvSpPr>
            <a:spLocks noGrp="1"/>
          </p:cNvSpPr>
          <p:nvPr>
            <p:ph type="sldNum" sz="quarter" idx="12"/>
          </p:nvPr>
        </p:nvSpPr>
        <p:spPr/>
        <p:txBody>
          <a:bodyPr/>
          <a:lstStyle/>
          <a:p>
            <a:fld id="{1A9D7225-0BEB-4610-9DA8-CFBBEC8FB7F4}" type="slidenum">
              <a:rPr lang="en-US" smtClean="0"/>
              <a:t>‹#›</a:t>
            </a:fld>
            <a:endParaRPr lang="en-US"/>
          </a:p>
        </p:txBody>
      </p:sp>
    </p:spTree>
    <p:extLst>
      <p:ext uri="{BB962C8B-B14F-4D97-AF65-F5344CB8AC3E}">
        <p14:creationId xmlns:p14="http://schemas.microsoft.com/office/powerpoint/2010/main" val="1930062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8E996-B5AF-5B04-5038-F696302832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BF7344-F4CE-124D-62AA-89DB16EA82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9507A0-3572-A689-E426-D4ABD5F64B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8FC53A-4A0E-C034-3EB2-D8B9E0650C6D}"/>
              </a:ext>
            </a:extLst>
          </p:cNvPr>
          <p:cNvSpPr>
            <a:spLocks noGrp="1"/>
          </p:cNvSpPr>
          <p:nvPr>
            <p:ph type="dt" sz="half" idx="10"/>
          </p:nvPr>
        </p:nvSpPr>
        <p:spPr/>
        <p:txBody>
          <a:bodyPr/>
          <a:lstStyle/>
          <a:p>
            <a:fld id="{9C2FB83B-E791-4C1F-A49C-2E835CABC74C}" type="datetimeFigureOut">
              <a:rPr lang="en-US" smtClean="0"/>
              <a:t>10/28/2025</a:t>
            </a:fld>
            <a:endParaRPr lang="en-US"/>
          </a:p>
        </p:txBody>
      </p:sp>
      <p:sp>
        <p:nvSpPr>
          <p:cNvPr id="6" name="Footer Placeholder 5">
            <a:extLst>
              <a:ext uri="{FF2B5EF4-FFF2-40B4-BE49-F238E27FC236}">
                <a16:creationId xmlns:a16="http://schemas.microsoft.com/office/drawing/2014/main" id="{8D4108B2-78EF-8CDB-DD98-E8D280004A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3958D9-E507-1666-C8AD-889CECD3D632}"/>
              </a:ext>
            </a:extLst>
          </p:cNvPr>
          <p:cNvSpPr>
            <a:spLocks noGrp="1"/>
          </p:cNvSpPr>
          <p:nvPr>
            <p:ph type="sldNum" sz="quarter" idx="12"/>
          </p:nvPr>
        </p:nvSpPr>
        <p:spPr/>
        <p:txBody>
          <a:bodyPr/>
          <a:lstStyle/>
          <a:p>
            <a:fld id="{1A9D7225-0BEB-4610-9DA8-CFBBEC8FB7F4}" type="slidenum">
              <a:rPr lang="en-US" smtClean="0"/>
              <a:t>‹#›</a:t>
            </a:fld>
            <a:endParaRPr lang="en-US"/>
          </a:p>
        </p:txBody>
      </p:sp>
    </p:spTree>
    <p:extLst>
      <p:ext uri="{BB962C8B-B14F-4D97-AF65-F5344CB8AC3E}">
        <p14:creationId xmlns:p14="http://schemas.microsoft.com/office/powerpoint/2010/main" val="3414653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D7-506E-156B-2911-77829F2F52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4C1D43-ADD5-0D0F-EEF3-224977B95E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1ADFC9-AE89-12C3-86F8-A9EB646A18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478F9F-472F-C337-DD27-1425D0119E65}"/>
              </a:ext>
            </a:extLst>
          </p:cNvPr>
          <p:cNvSpPr>
            <a:spLocks noGrp="1"/>
          </p:cNvSpPr>
          <p:nvPr>
            <p:ph type="dt" sz="half" idx="10"/>
          </p:nvPr>
        </p:nvSpPr>
        <p:spPr/>
        <p:txBody>
          <a:bodyPr/>
          <a:lstStyle/>
          <a:p>
            <a:fld id="{9C2FB83B-E791-4C1F-A49C-2E835CABC74C}" type="datetimeFigureOut">
              <a:rPr lang="en-US" smtClean="0"/>
              <a:t>10/28/2025</a:t>
            </a:fld>
            <a:endParaRPr lang="en-US"/>
          </a:p>
        </p:txBody>
      </p:sp>
      <p:sp>
        <p:nvSpPr>
          <p:cNvPr id="6" name="Footer Placeholder 5">
            <a:extLst>
              <a:ext uri="{FF2B5EF4-FFF2-40B4-BE49-F238E27FC236}">
                <a16:creationId xmlns:a16="http://schemas.microsoft.com/office/drawing/2014/main" id="{AA6622A7-F992-D79F-88DC-EA3B97A83C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3F9A9A-7706-7852-B7E8-8734E8E4A81F}"/>
              </a:ext>
            </a:extLst>
          </p:cNvPr>
          <p:cNvSpPr>
            <a:spLocks noGrp="1"/>
          </p:cNvSpPr>
          <p:nvPr>
            <p:ph type="sldNum" sz="quarter" idx="12"/>
          </p:nvPr>
        </p:nvSpPr>
        <p:spPr/>
        <p:txBody>
          <a:bodyPr/>
          <a:lstStyle/>
          <a:p>
            <a:fld id="{1A9D7225-0BEB-4610-9DA8-CFBBEC8FB7F4}" type="slidenum">
              <a:rPr lang="en-US" smtClean="0"/>
              <a:t>‹#›</a:t>
            </a:fld>
            <a:endParaRPr lang="en-US"/>
          </a:p>
        </p:txBody>
      </p:sp>
    </p:spTree>
    <p:extLst>
      <p:ext uri="{BB962C8B-B14F-4D97-AF65-F5344CB8AC3E}">
        <p14:creationId xmlns:p14="http://schemas.microsoft.com/office/powerpoint/2010/main" val="3007819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EE21C-3C94-53FB-0C9B-0D61ABE1C9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B78D3-980A-7BA0-3FEE-C489499EE6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6AB346-264E-589E-C939-DC5B75CD75FA}"/>
              </a:ext>
            </a:extLst>
          </p:cNvPr>
          <p:cNvSpPr>
            <a:spLocks noGrp="1"/>
          </p:cNvSpPr>
          <p:nvPr>
            <p:ph type="dt" sz="half" idx="10"/>
          </p:nvPr>
        </p:nvSpPr>
        <p:spPr/>
        <p:txBody>
          <a:bodyPr/>
          <a:lstStyle/>
          <a:p>
            <a:fld id="{9C2FB83B-E791-4C1F-A49C-2E835CABC74C}" type="datetimeFigureOut">
              <a:rPr lang="en-US" smtClean="0"/>
              <a:t>10/28/2025</a:t>
            </a:fld>
            <a:endParaRPr lang="en-US"/>
          </a:p>
        </p:txBody>
      </p:sp>
      <p:sp>
        <p:nvSpPr>
          <p:cNvPr id="5" name="Footer Placeholder 4">
            <a:extLst>
              <a:ext uri="{FF2B5EF4-FFF2-40B4-BE49-F238E27FC236}">
                <a16:creationId xmlns:a16="http://schemas.microsoft.com/office/drawing/2014/main" id="{35A21864-91EC-B15B-35F9-5551D7BFC3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ECF0E5-C528-DC17-6148-A958290D6C38}"/>
              </a:ext>
            </a:extLst>
          </p:cNvPr>
          <p:cNvSpPr>
            <a:spLocks noGrp="1"/>
          </p:cNvSpPr>
          <p:nvPr>
            <p:ph type="sldNum" sz="quarter" idx="12"/>
          </p:nvPr>
        </p:nvSpPr>
        <p:spPr/>
        <p:txBody>
          <a:bodyPr/>
          <a:lstStyle/>
          <a:p>
            <a:fld id="{1A9D7225-0BEB-4610-9DA8-CFBBEC8FB7F4}" type="slidenum">
              <a:rPr lang="en-US" smtClean="0"/>
              <a:t>‹#›</a:t>
            </a:fld>
            <a:endParaRPr lang="en-US"/>
          </a:p>
        </p:txBody>
      </p:sp>
    </p:spTree>
    <p:extLst>
      <p:ext uri="{BB962C8B-B14F-4D97-AF65-F5344CB8AC3E}">
        <p14:creationId xmlns:p14="http://schemas.microsoft.com/office/powerpoint/2010/main" val="3684082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3A168E-8BB0-9790-8899-0DA48395CC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53CA86-01BA-6FE1-7A7C-0D413BF9F3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8D81BE-AA75-10F4-9186-013CC630CB05}"/>
              </a:ext>
            </a:extLst>
          </p:cNvPr>
          <p:cNvSpPr>
            <a:spLocks noGrp="1"/>
          </p:cNvSpPr>
          <p:nvPr>
            <p:ph type="dt" sz="half" idx="10"/>
          </p:nvPr>
        </p:nvSpPr>
        <p:spPr/>
        <p:txBody>
          <a:bodyPr/>
          <a:lstStyle/>
          <a:p>
            <a:fld id="{9C2FB83B-E791-4C1F-A49C-2E835CABC74C}" type="datetimeFigureOut">
              <a:rPr lang="en-US" smtClean="0"/>
              <a:t>10/28/2025</a:t>
            </a:fld>
            <a:endParaRPr lang="en-US"/>
          </a:p>
        </p:txBody>
      </p:sp>
      <p:sp>
        <p:nvSpPr>
          <p:cNvPr id="5" name="Footer Placeholder 4">
            <a:extLst>
              <a:ext uri="{FF2B5EF4-FFF2-40B4-BE49-F238E27FC236}">
                <a16:creationId xmlns:a16="http://schemas.microsoft.com/office/drawing/2014/main" id="{3378539D-11BB-F305-A2DE-7D8634B615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C0DD64-B0C6-153E-365B-05F4459F9358}"/>
              </a:ext>
            </a:extLst>
          </p:cNvPr>
          <p:cNvSpPr>
            <a:spLocks noGrp="1"/>
          </p:cNvSpPr>
          <p:nvPr>
            <p:ph type="sldNum" sz="quarter" idx="12"/>
          </p:nvPr>
        </p:nvSpPr>
        <p:spPr/>
        <p:txBody>
          <a:bodyPr/>
          <a:lstStyle/>
          <a:p>
            <a:fld id="{1A9D7225-0BEB-4610-9DA8-CFBBEC8FB7F4}" type="slidenum">
              <a:rPr lang="en-US" smtClean="0"/>
              <a:t>‹#›</a:t>
            </a:fld>
            <a:endParaRPr lang="en-US"/>
          </a:p>
        </p:txBody>
      </p:sp>
    </p:spTree>
    <p:extLst>
      <p:ext uri="{BB962C8B-B14F-4D97-AF65-F5344CB8AC3E}">
        <p14:creationId xmlns:p14="http://schemas.microsoft.com/office/powerpoint/2010/main" val="258915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261D9B-4574-712D-B021-26E8FE7246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E3F82B-1090-F704-F996-265754C431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497F3-99C9-ADB0-B5AC-8D5273CD7E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2FB83B-E791-4C1F-A49C-2E835CABC74C}" type="datetimeFigureOut">
              <a:rPr lang="en-US" smtClean="0"/>
              <a:t>10/28/2025</a:t>
            </a:fld>
            <a:endParaRPr lang="en-US"/>
          </a:p>
        </p:txBody>
      </p:sp>
      <p:sp>
        <p:nvSpPr>
          <p:cNvPr id="5" name="Footer Placeholder 4">
            <a:extLst>
              <a:ext uri="{FF2B5EF4-FFF2-40B4-BE49-F238E27FC236}">
                <a16:creationId xmlns:a16="http://schemas.microsoft.com/office/drawing/2014/main" id="{0AF53811-A3B1-59CE-1424-0125338F17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F2C1074-1C23-181E-F13D-466849E014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9D7225-0BEB-4610-9DA8-CFBBEC8FB7F4}" type="slidenum">
              <a:rPr lang="en-US" smtClean="0"/>
              <a:t>‹#›</a:t>
            </a:fld>
            <a:endParaRPr lang="en-US"/>
          </a:p>
        </p:txBody>
      </p:sp>
    </p:spTree>
    <p:extLst>
      <p:ext uri="{BB962C8B-B14F-4D97-AF65-F5344CB8AC3E}">
        <p14:creationId xmlns:p14="http://schemas.microsoft.com/office/powerpoint/2010/main" val="1465541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CDC21-022E-1DB5-9BE9-0FE2B0DF3344}"/>
              </a:ext>
            </a:extLst>
          </p:cNvPr>
          <p:cNvSpPr>
            <a:spLocks noGrp="1"/>
          </p:cNvSpPr>
          <p:nvPr>
            <p:ph type="ctrTitle"/>
          </p:nvPr>
        </p:nvSpPr>
        <p:spPr/>
        <p:txBody>
          <a:bodyPr/>
          <a:lstStyle/>
          <a:p>
            <a:r>
              <a:rPr lang="en-US" dirty="0"/>
              <a:t>Image Representation</a:t>
            </a:r>
          </a:p>
        </p:txBody>
      </p:sp>
      <p:sp>
        <p:nvSpPr>
          <p:cNvPr id="3" name="Subtitle 2">
            <a:extLst>
              <a:ext uri="{FF2B5EF4-FFF2-40B4-BE49-F238E27FC236}">
                <a16:creationId xmlns:a16="http://schemas.microsoft.com/office/drawing/2014/main" id="{9A84C1E5-86A2-67AD-C726-36D312F247C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62034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E8215-CB8B-F403-7ABC-3B552A4A14D8}"/>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8ECA822F-6D1A-A8FE-220B-FE842014A9BF}"/>
              </a:ext>
            </a:extLst>
          </p:cNvPr>
          <p:cNvSpPr>
            <a:spLocks noGrp="1"/>
          </p:cNvSpPr>
          <p:nvPr>
            <p:ph idx="1"/>
          </p:nvPr>
        </p:nvSpPr>
        <p:spPr/>
        <p:txBody>
          <a:bodyPr>
            <a:normAutofit/>
          </a:bodyPr>
          <a:lstStyle/>
          <a:p>
            <a:pPr marL="342900" indent="-342900">
              <a:buAutoNum type="arabicPeriod"/>
            </a:pPr>
            <a:r>
              <a:rPr lang="en-US" dirty="0"/>
              <a:t>Pixel</a:t>
            </a:r>
          </a:p>
          <a:p>
            <a:pPr marL="342900" indent="-342900">
              <a:buAutoNum type="arabicPeriod"/>
            </a:pPr>
            <a:r>
              <a:rPr lang="en-US" dirty="0"/>
              <a:t>Graphics Image</a:t>
            </a:r>
          </a:p>
          <a:p>
            <a:pPr marL="342900" indent="-342900">
              <a:buAutoNum type="arabicPeriod"/>
            </a:pPr>
            <a:r>
              <a:rPr lang="en-US" dirty="0"/>
              <a:t>Color Model (RGB, CMY)</a:t>
            </a:r>
          </a:p>
          <a:p>
            <a:pPr marL="342900" indent="-342900">
              <a:buAutoNum type="arabicPeriod"/>
            </a:pPr>
            <a:r>
              <a:rPr lang="en-US" dirty="0"/>
              <a:t>Direct Coding </a:t>
            </a:r>
          </a:p>
          <a:p>
            <a:pPr marL="342900" indent="-342900">
              <a:buAutoNum type="arabicPeriod"/>
            </a:pPr>
            <a:r>
              <a:rPr lang="en-US" dirty="0"/>
              <a:t>Lookup Table </a:t>
            </a:r>
          </a:p>
          <a:p>
            <a:pPr marL="342900" indent="-342900">
              <a:buAutoNum type="arabicPeriod"/>
            </a:pPr>
            <a:r>
              <a:rPr lang="en-US" dirty="0"/>
              <a:t>Printing  </a:t>
            </a:r>
          </a:p>
          <a:p>
            <a:pPr marL="342900" indent="-342900">
              <a:buAutoNum type="arabicPeriod"/>
            </a:pPr>
            <a:r>
              <a:rPr lang="en-US" dirty="0"/>
              <a:t>Books</a:t>
            </a:r>
          </a:p>
          <a:p>
            <a:pPr marL="342900" indent="-342900">
              <a:buAutoNum type="arabicPeriod"/>
            </a:pPr>
            <a:r>
              <a:rPr lang="en-US" dirty="0"/>
              <a:t>References</a:t>
            </a:r>
          </a:p>
        </p:txBody>
      </p:sp>
    </p:spTree>
    <p:extLst>
      <p:ext uri="{BB962C8B-B14F-4D97-AF65-F5344CB8AC3E}">
        <p14:creationId xmlns:p14="http://schemas.microsoft.com/office/powerpoint/2010/main" val="4049997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A1A3-643C-1B31-1C8E-8BE03EB1CB30}"/>
              </a:ext>
            </a:extLst>
          </p:cNvPr>
          <p:cNvSpPr>
            <a:spLocks noGrp="1"/>
          </p:cNvSpPr>
          <p:nvPr>
            <p:ph type="title"/>
          </p:nvPr>
        </p:nvSpPr>
        <p:spPr/>
        <p:txBody>
          <a:bodyPr/>
          <a:lstStyle/>
          <a:p>
            <a:r>
              <a:rPr lang="en-US" dirty="0"/>
              <a:t>Pixel</a:t>
            </a:r>
          </a:p>
        </p:txBody>
      </p:sp>
      <p:sp>
        <p:nvSpPr>
          <p:cNvPr id="3" name="Content Placeholder 2">
            <a:extLst>
              <a:ext uri="{FF2B5EF4-FFF2-40B4-BE49-F238E27FC236}">
                <a16:creationId xmlns:a16="http://schemas.microsoft.com/office/drawing/2014/main" id="{8B1EBA2A-653A-4034-EE75-D865423B7813}"/>
              </a:ext>
            </a:extLst>
          </p:cNvPr>
          <p:cNvSpPr>
            <a:spLocks noGrp="1"/>
          </p:cNvSpPr>
          <p:nvPr>
            <p:ph idx="1"/>
          </p:nvPr>
        </p:nvSpPr>
        <p:spPr/>
        <p:txBody>
          <a:bodyPr/>
          <a:lstStyle/>
          <a:p>
            <a:pPr marL="285750" indent="-285750" algn="just"/>
            <a:r>
              <a:rPr lang="en-US" dirty="0"/>
              <a:t>A pixel is one of the many tiny dots that make up the representation of a picture in a computer's memory. </a:t>
            </a:r>
          </a:p>
          <a:p>
            <a:pPr marL="285750" indent="-285750" algn="just"/>
            <a:r>
              <a:rPr lang="en-US" dirty="0"/>
              <a:t>Pixels in an image can be reproduced at any size without the appearance of visible dots or squares</a:t>
            </a:r>
          </a:p>
          <a:p>
            <a:pPr marL="285750" indent="-285750" algn="just"/>
            <a:r>
              <a:rPr lang="en-US" dirty="0"/>
              <a:t>The intensity of each pixel is variable; in color systems, each pixel has typically three or four dimensions of variability such as red, green and blue, or cyan, magenta, yellow and black</a:t>
            </a:r>
          </a:p>
          <a:p>
            <a:pPr marL="0" indent="0">
              <a:buNone/>
            </a:pPr>
            <a:endParaRPr lang="en-US" dirty="0"/>
          </a:p>
        </p:txBody>
      </p:sp>
    </p:spTree>
    <p:extLst>
      <p:ext uri="{BB962C8B-B14F-4D97-AF65-F5344CB8AC3E}">
        <p14:creationId xmlns:p14="http://schemas.microsoft.com/office/powerpoint/2010/main" val="3925465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DE77F-B8B9-380F-8F52-8C7A3A2FBB4C}"/>
              </a:ext>
            </a:extLst>
          </p:cNvPr>
          <p:cNvSpPr>
            <a:spLocks noGrp="1"/>
          </p:cNvSpPr>
          <p:nvPr>
            <p:ph type="title"/>
          </p:nvPr>
        </p:nvSpPr>
        <p:spPr/>
        <p:txBody>
          <a:bodyPr/>
          <a:lstStyle/>
          <a:p>
            <a:r>
              <a:rPr lang="en-US" dirty="0"/>
              <a:t>Pixel</a:t>
            </a:r>
          </a:p>
        </p:txBody>
      </p:sp>
      <p:sp>
        <p:nvSpPr>
          <p:cNvPr id="3" name="Content Placeholder 2">
            <a:extLst>
              <a:ext uri="{FF2B5EF4-FFF2-40B4-BE49-F238E27FC236}">
                <a16:creationId xmlns:a16="http://schemas.microsoft.com/office/drawing/2014/main" id="{FAECA983-63A4-5934-7365-2DFD721CB511}"/>
              </a:ext>
            </a:extLst>
          </p:cNvPr>
          <p:cNvSpPr>
            <a:spLocks noGrp="1"/>
          </p:cNvSpPr>
          <p:nvPr>
            <p:ph sz="half" idx="1"/>
          </p:nvPr>
        </p:nvSpPr>
        <p:spPr/>
        <p:txBody>
          <a:bodyPr/>
          <a:lstStyle/>
          <a:p>
            <a:pPr marL="0" indent="0">
              <a:buNone/>
            </a:pPr>
            <a:r>
              <a:rPr lang="en-US" b="1" dirty="0"/>
              <a:t>Pixel View</a:t>
            </a:r>
          </a:p>
          <a:p>
            <a:r>
              <a:rPr lang="en-US" dirty="0"/>
              <a:t>Each cell in that grid is a pixel.</a:t>
            </a:r>
          </a:p>
          <a:p>
            <a:r>
              <a:rPr lang="en-US" dirty="0"/>
              <a:t>Each pixel has a </a:t>
            </a:r>
            <a:r>
              <a:rPr lang="en-US" i="1" dirty="0"/>
              <a:t>color</a:t>
            </a:r>
            <a:r>
              <a:rPr lang="en-US" dirty="0"/>
              <a:t> and </a:t>
            </a:r>
            <a:r>
              <a:rPr lang="en-US" i="1" dirty="0"/>
              <a:t>brightness value</a:t>
            </a:r>
            <a:r>
              <a:rPr lang="en-US" dirty="0"/>
              <a:t>.</a:t>
            </a:r>
          </a:p>
          <a:p>
            <a:r>
              <a:rPr lang="en-US" dirty="0"/>
              <a:t>When you zoom into an image, you eventually see these little squares.</a:t>
            </a:r>
          </a:p>
          <a:p>
            <a:endParaRPr lang="en-US" dirty="0"/>
          </a:p>
        </p:txBody>
      </p:sp>
      <p:sp>
        <p:nvSpPr>
          <p:cNvPr id="4" name="Content Placeholder 3">
            <a:extLst>
              <a:ext uri="{FF2B5EF4-FFF2-40B4-BE49-F238E27FC236}">
                <a16:creationId xmlns:a16="http://schemas.microsoft.com/office/drawing/2014/main" id="{2BF5A2B7-F67D-FA1E-2AF3-D9E07C7155E2}"/>
              </a:ext>
            </a:extLst>
          </p:cNvPr>
          <p:cNvSpPr>
            <a:spLocks noGrp="1"/>
          </p:cNvSpPr>
          <p:nvPr>
            <p:ph sz="half" idx="2"/>
          </p:nvPr>
        </p:nvSpPr>
        <p:spPr/>
        <p:txBody>
          <a:bodyPr/>
          <a:lstStyle/>
          <a:p>
            <a:pPr marL="0" indent="0">
              <a:buNone/>
            </a:pPr>
            <a:r>
              <a:rPr lang="en-US" b="1" dirty="0"/>
              <a:t>Resolution</a:t>
            </a:r>
            <a:endParaRPr lang="en-US" dirty="0"/>
          </a:p>
          <a:p>
            <a:r>
              <a:rPr lang="en-US" dirty="0"/>
              <a:t>The total number of pixels defines the </a:t>
            </a:r>
            <a:r>
              <a:rPr lang="en-US" i="1" dirty="0"/>
              <a:t>resolution</a:t>
            </a:r>
            <a:r>
              <a:rPr lang="en-US" dirty="0"/>
              <a:t>.</a:t>
            </a:r>
          </a:p>
          <a:p>
            <a:r>
              <a:rPr lang="en-US" dirty="0"/>
              <a:t>For example:</a:t>
            </a:r>
          </a:p>
          <a:p>
            <a:pPr lvl="1"/>
            <a:r>
              <a:rPr lang="en-US" dirty="0"/>
              <a:t>A 1920×1080 image has 1920 pixels in width and 1080 pixels in height.</a:t>
            </a:r>
          </a:p>
          <a:p>
            <a:pPr lvl="1"/>
            <a:r>
              <a:rPr lang="en-US" dirty="0"/>
              <a:t>Total pixels = 1920 × 1080 = 2,073,600 pixels.</a:t>
            </a:r>
          </a:p>
          <a:p>
            <a:endParaRPr lang="en-US" dirty="0"/>
          </a:p>
        </p:txBody>
      </p:sp>
    </p:spTree>
    <p:extLst>
      <p:ext uri="{BB962C8B-B14F-4D97-AF65-F5344CB8AC3E}">
        <p14:creationId xmlns:p14="http://schemas.microsoft.com/office/powerpoint/2010/main" val="3954595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D78F4-ADED-2560-238D-71D38E6DC1F0}"/>
              </a:ext>
            </a:extLst>
          </p:cNvPr>
          <p:cNvSpPr>
            <a:spLocks noGrp="1"/>
          </p:cNvSpPr>
          <p:nvPr>
            <p:ph type="title"/>
          </p:nvPr>
        </p:nvSpPr>
        <p:spPr/>
        <p:txBody>
          <a:bodyPr/>
          <a:lstStyle/>
          <a:p>
            <a:r>
              <a:rPr lang="en-US" dirty="0"/>
              <a:t>Pixel</a:t>
            </a:r>
          </a:p>
        </p:txBody>
      </p:sp>
      <p:sp>
        <p:nvSpPr>
          <p:cNvPr id="3" name="Content Placeholder 2">
            <a:extLst>
              <a:ext uri="{FF2B5EF4-FFF2-40B4-BE49-F238E27FC236}">
                <a16:creationId xmlns:a16="http://schemas.microsoft.com/office/drawing/2014/main" id="{64C49DB4-BCF9-84F6-07A0-02039CE39CA9}"/>
              </a:ext>
            </a:extLst>
          </p:cNvPr>
          <p:cNvSpPr>
            <a:spLocks noGrp="1"/>
          </p:cNvSpPr>
          <p:nvPr>
            <p:ph sz="half" idx="1"/>
          </p:nvPr>
        </p:nvSpPr>
        <p:spPr/>
        <p:txBody>
          <a:bodyPr/>
          <a:lstStyle/>
          <a:p>
            <a:pPr marL="0" indent="0">
              <a:buNone/>
            </a:pPr>
            <a:r>
              <a:rPr lang="en-US" b="1" dirty="0"/>
              <a:t>Color representation</a:t>
            </a:r>
            <a:endParaRPr lang="en-US" dirty="0"/>
          </a:p>
          <a:p>
            <a:r>
              <a:rPr lang="en-US" dirty="0"/>
              <a:t>Each pixel stores color information, often in RGB (Red, Green, Blue) channels.</a:t>
            </a:r>
          </a:p>
          <a:p>
            <a:r>
              <a:rPr lang="en-US" dirty="0"/>
              <a:t>A pixel might look like this numerically:</a:t>
            </a:r>
          </a:p>
          <a:p>
            <a:pPr lvl="1"/>
            <a:r>
              <a:rPr lang="en-US" dirty="0"/>
              <a:t>Red = 200, Green = 120, Blue = 50.</a:t>
            </a:r>
          </a:p>
          <a:p>
            <a:r>
              <a:rPr lang="en-US" dirty="0"/>
              <a:t>Combining these values produces the final color.</a:t>
            </a:r>
          </a:p>
          <a:p>
            <a:endParaRPr lang="en-US" dirty="0"/>
          </a:p>
        </p:txBody>
      </p:sp>
      <p:sp>
        <p:nvSpPr>
          <p:cNvPr id="4" name="Content Placeholder 3">
            <a:extLst>
              <a:ext uri="{FF2B5EF4-FFF2-40B4-BE49-F238E27FC236}">
                <a16:creationId xmlns:a16="http://schemas.microsoft.com/office/drawing/2014/main" id="{794A87F7-33F5-E067-7EA6-C0037098F8C2}"/>
              </a:ext>
            </a:extLst>
          </p:cNvPr>
          <p:cNvSpPr>
            <a:spLocks noGrp="1"/>
          </p:cNvSpPr>
          <p:nvPr>
            <p:ph sz="half" idx="2"/>
          </p:nvPr>
        </p:nvSpPr>
        <p:spPr/>
        <p:txBody>
          <a:bodyPr/>
          <a:lstStyle/>
          <a:p>
            <a:pPr marL="0" indent="0">
              <a:buNone/>
            </a:pPr>
            <a:r>
              <a:rPr lang="en-US" b="1" dirty="0"/>
              <a:t>Bit Depth</a:t>
            </a:r>
            <a:endParaRPr lang="en-US" dirty="0"/>
          </a:p>
          <a:p>
            <a:r>
              <a:rPr lang="en-US" dirty="0"/>
              <a:t>The number of bits used to store each pixel’s color.</a:t>
            </a:r>
          </a:p>
          <a:p>
            <a:pPr lvl="1"/>
            <a:r>
              <a:rPr lang="en-US" dirty="0"/>
              <a:t>8-bit per channel RGB → 24 bits per pixel (8 bits for R + 8 for G + 8 for B).</a:t>
            </a:r>
          </a:p>
          <a:p>
            <a:pPr lvl="1"/>
            <a:r>
              <a:rPr lang="en-US" dirty="0"/>
              <a:t>Higher bit depth = more possible colors.</a:t>
            </a:r>
          </a:p>
          <a:p>
            <a:endParaRPr lang="en-US" dirty="0"/>
          </a:p>
        </p:txBody>
      </p:sp>
    </p:spTree>
    <p:extLst>
      <p:ext uri="{BB962C8B-B14F-4D97-AF65-F5344CB8AC3E}">
        <p14:creationId xmlns:p14="http://schemas.microsoft.com/office/powerpoint/2010/main" val="2163375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3C75A-ECC2-FA9C-C413-21F31244EE56}"/>
              </a:ext>
            </a:extLst>
          </p:cNvPr>
          <p:cNvSpPr>
            <a:spLocks noGrp="1"/>
          </p:cNvSpPr>
          <p:nvPr>
            <p:ph type="title"/>
          </p:nvPr>
        </p:nvSpPr>
        <p:spPr/>
        <p:txBody>
          <a:bodyPr/>
          <a:lstStyle/>
          <a:p>
            <a:r>
              <a:rPr lang="en-US" dirty="0"/>
              <a:t>Numeric Representation of Pixels</a:t>
            </a:r>
          </a:p>
        </p:txBody>
      </p:sp>
      <p:sp>
        <p:nvSpPr>
          <p:cNvPr id="3" name="Content Placeholder 2">
            <a:extLst>
              <a:ext uri="{FF2B5EF4-FFF2-40B4-BE49-F238E27FC236}">
                <a16:creationId xmlns:a16="http://schemas.microsoft.com/office/drawing/2014/main" id="{E47308DD-2086-F3C5-8A6A-6864F3F545A2}"/>
              </a:ext>
            </a:extLst>
          </p:cNvPr>
          <p:cNvSpPr>
            <a:spLocks noGrp="1"/>
          </p:cNvSpPr>
          <p:nvPr>
            <p:ph idx="1"/>
          </p:nvPr>
        </p:nvSpPr>
        <p:spPr/>
        <p:txBody>
          <a:bodyPr/>
          <a:lstStyle/>
          <a:p>
            <a:pPr marL="0" indent="0">
              <a:buNone/>
            </a:pPr>
            <a:r>
              <a:rPr lang="en-US" b="1" dirty="0"/>
              <a:t>Grayscale (single channel)</a:t>
            </a:r>
            <a:endParaRPr lang="en-US" dirty="0"/>
          </a:p>
          <a:p>
            <a:r>
              <a:rPr lang="en-US" dirty="0"/>
              <a:t>Each pixel = 1 number = intensity (brightness).</a:t>
            </a:r>
          </a:p>
          <a:p>
            <a:r>
              <a:rPr lang="en-US" dirty="0"/>
              <a:t>Example:</a:t>
            </a:r>
          </a:p>
          <a:p>
            <a:pPr lvl="1"/>
            <a:r>
              <a:rPr lang="en-US" dirty="0"/>
              <a:t>8 bits per pixel → values 0–255</a:t>
            </a:r>
          </a:p>
          <a:p>
            <a:pPr lvl="1"/>
            <a:r>
              <a:rPr lang="en-US" dirty="0"/>
              <a:t>0=black</a:t>
            </a:r>
          </a:p>
          <a:p>
            <a:pPr lvl="1"/>
            <a:r>
              <a:rPr lang="en-US" dirty="0"/>
              <a:t>255=White</a:t>
            </a:r>
          </a:p>
          <a:p>
            <a:pPr lvl="1"/>
            <a:r>
              <a:rPr lang="en-US" dirty="0"/>
              <a:t>128=Mid Gray</a:t>
            </a:r>
          </a:p>
        </p:txBody>
      </p:sp>
    </p:spTree>
    <p:extLst>
      <p:ext uri="{BB962C8B-B14F-4D97-AF65-F5344CB8AC3E}">
        <p14:creationId xmlns:p14="http://schemas.microsoft.com/office/powerpoint/2010/main" val="1629059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25312-1AC4-A400-E42B-E4812E6DA25D}"/>
              </a:ext>
            </a:extLst>
          </p:cNvPr>
          <p:cNvSpPr>
            <a:spLocks noGrp="1"/>
          </p:cNvSpPr>
          <p:nvPr>
            <p:ph type="title"/>
          </p:nvPr>
        </p:nvSpPr>
        <p:spPr/>
        <p:txBody>
          <a:bodyPr/>
          <a:lstStyle/>
          <a:p>
            <a:r>
              <a:rPr lang="en-US" dirty="0"/>
              <a:t>Numeric Representation of Pixels</a:t>
            </a:r>
          </a:p>
        </p:txBody>
      </p:sp>
      <p:sp>
        <p:nvSpPr>
          <p:cNvPr id="5" name="Content Placeholder 4">
            <a:extLst>
              <a:ext uri="{FF2B5EF4-FFF2-40B4-BE49-F238E27FC236}">
                <a16:creationId xmlns:a16="http://schemas.microsoft.com/office/drawing/2014/main" id="{EE99D681-FC83-EA91-62F2-B669752609C0}"/>
              </a:ext>
            </a:extLst>
          </p:cNvPr>
          <p:cNvSpPr>
            <a:spLocks noGrp="1"/>
          </p:cNvSpPr>
          <p:nvPr>
            <p:ph idx="1"/>
          </p:nvPr>
        </p:nvSpPr>
        <p:spPr/>
        <p:txBody>
          <a:bodyPr/>
          <a:lstStyle/>
          <a:p>
            <a:pPr marL="0" indent="0">
              <a:buNone/>
            </a:pPr>
            <a:r>
              <a:rPr lang="en-US" b="1" dirty="0"/>
              <a:t>Color (RGB)</a:t>
            </a:r>
            <a:endParaRPr lang="en-US" dirty="0"/>
          </a:p>
          <a:p>
            <a:r>
              <a:rPr lang="en-US" dirty="0"/>
              <a:t>Each pixel = 3 components:</a:t>
            </a:r>
          </a:p>
          <a:p>
            <a:pPr lvl="1"/>
            <a:r>
              <a:rPr lang="en-US" dirty="0"/>
              <a:t>Red intensity</a:t>
            </a:r>
          </a:p>
          <a:p>
            <a:pPr lvl="1"/>
            <a:r>
              <a:rPr lang="en-US" dirty="0"/>
              <a:t>Green intensity</a:t>
            </a:r>
          </a:p>
          <a:p>
            <a:pPr lvl="1"/>
            <a:r>
              <a:rPr lang="en-US" dirty="0"/>
              <a:t>Blue intensity</a:t>
            </a:r>
          </a:p>
          <a:p>
            <a:r>
              <a:rPr lang="en-US" dirty="0"/>
              <a:t>Example:</a:t>
            </a:r>
          </a:p>
          <a:p>
            <a:pPr lvl="1"/>
            <a:r>
              <a:rPr lang="en-US" dirty="0"/>
              <a:t>24-bit RGB:</a:t>
            </a:r>
          </a:p>
          <a:p>
            <a:pPr lvl="2"/>
            <a:r>
              <a:rPr lang="en-US" dirty="0"/>
              <a:t>8 bits for Red (0–255)</a:t>
            </a:r>
          </a:p>
          <a:p>
            <a:pPr lvl="2"/>
            <a:r>
              <a:rPr lang="en-US" dirty="0"/>
              <a:t>8 bits for Green (0–255)</a:t>
            </a:r>
          </a:p>
          <a:p>
            <a:pPr lvl="2"/>
            <a:r>
              <a:rPr lang="en-US" dirty="0"/>
              <a:t>8 bits for Blue (0–255)</a:t>
            </a:r>
          </a:p>
          <a:p>
            <a:endParaRPr lang="en-US" dirty="0"/>
          </a:p>
        </p:txBody>
      </p:sp>
    </p:spTree>
    <p:extLst>
      <p:ext uri="{BB962C8B-B14F-4D97-AF65-F5344CB8AC3E}">
        <p14:creationId xmlns:p14="http://schemas.microsoft.com/office/powerpoint/2010/main" val="2390784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F3C90D6-598B-D014-6F78-7176A5A4841F}"/>
              </a:ext>
            </a:extLst>
          </p:cNvPr>
          <p:cNvSpPr>
            <a:spLocks noGrp="1"/>
          </p:cNvSpPr>
          <p:nvPr>
            <p:ph type="title"/>
          </p:nvPr>
        </p:nvSpPr>
        <p:spPr/>
        <p:txBody>
          <a:bodyPr/>
          <a:lstStyle/>
          <a:p>
            <a:r>
              <a:rPr lang="en-US" dirty="0"/>
              <a:t>Numeric Representation of Pixels</a:t>
            </a:r>
          </a:p>
        </p:txBody>
      </p:sp>
      <p:sp>
        <p:nvSpPr>
          <p:cNvPr id="6" name="Content Placeholder 5">
            <a:extLst>
              <a:ext uri="{FF2B5EF4-FFF2-40B4-BE49-F238E27FC236}">
                <a16:creationId xmlns:a16="http://schemas.microsoft.com/office/drawing/2014/main" id="{042BEC95-D4AA-CB6E-FDFD-126F372C754A}"/>
              </a:ext>
            </a:extLst>
          </p:cNvPr>
          <p:cNvSpPr>
            <a:spLocks noGrp="1"/>
          </p:cNvSpPr>
          <p:nvPr>
            <p:ph idx="1"/>
          </p:nvPr>
        </p:nvSpPr>
        <p:spPr/>
        <p:txBody>
          <a:bodyPr/>
          <a:lstStyle/>
          <a:p>
            <a:pPr marL="0" indent="0">
              <a:buNone/>
            </a:pPr>
            <a:r>
              <a:rPr lang="en-US" b="1" dirty="0"/>
              <a:t>RGBA (with transparency)</a:t>
            </a:r>
            <a:endParaRPr lang="en-US" dirty="0"/>
          </a:p>
          <a:p>
            <a:r>
              <a:rPr lang="en-US" dirty="0"/>
              <a:t>Adds an </a:t>
            </a:r>
            <a:r>
              <a:rPr lang="en-US" b="1" dirty="0"/>
              <a:t>Alpha</a:t>
            </a:r>
            <a:r>
              <a:rPr lang="en-US" dirty="0"/>
              <a:t> channel for opacity:</a:t>
            </a:r>
          </a:p>
          <a:p>
            <a:pPr lvl="1"/>
            <a:r>
              <a:rPr lang="en-US" dirty="0"/>
              <a:t>8 bits for A: 0=fully transparent, 255=opaque.</a:t>
            </a:r>
          </a:p>
          <a:p>
            <a:r>
              <a:rPr lang="en-US" dirty="0"/>
              <a:t>32 bits per pixel (8×4 channels).</a:t>
            </a:r>
          </a:p>
          <a:p>
            <a:endParaRPr lang="en-US" dirty="0"/>
          </a:p>
        </p:txBody>
      </p:sp>
    </p:spTree>
    <p:extLst>
      <p:ext uri="{BB962C8B-B14F-4D97-AF65-F5344CB8AC3E}">
        <p14:creationId xmlns:p14="http://schemas.microsoft.com/office/powerpoint/2010/main" val="1327811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67EC7-2C25-59B0-8D4B-D9AA37D379CE}"/>
              </a:ext>
            </a:extLst>
          </p:cNvPr>
          <p:cNvSpPr>
            <a:spLocks noGrp="1"/>
          </p:cNvSpPr>
          <p:nvPr>
            <p:ph type="title"/>
          </p:nvPr>
        </p:nvSpPr>
        <p:spPr/>
        <p:txBody>
          <a:bodyPr/>
          <a:lstStyle/>
          <a:p>
            <a:r>
              <a:rPr lang="en-US" dirty="0"/>
              <a:t>Pixel Space Allocation</a:t>
            </a:r>
          </a:p>
        </p:txBody>
      </p:sp>
      <p:sp>
        <p:nvSpPr>
          <p:cNvPr id="3" name="Content Placeholder 2">
            <a:extLst>
              <a:ext uri="{FF2B5EF4-FFF2-40B4-BE49-F238E27FC236}">
                <a16:creationId xmlns:a16="http://schemas.microsoft.com/office/drawing/2014/main" id="{770B74C7-EA01-B000-2750-D8A36A98E397}"/>
              </a:ext>
            </a:extLst>
          </p:cNvPr>
          <p:cNvSpPr>
            <a:spLocks noGrp="1"/>
          </p:cNvSpPr>
          <p:nvPr>
            <p:ph idx="1"/>
          </p:nvPr>
        </p:nvSpPr>
        <p:spPr/>
        <p:txBody>
          <a:bodyPr>
            <a:normAutofit fontScale="92500" lnSpcReduction="10000"/>
          </a:bodyPr>
          <a:lstStyle/>
          <a:p>
            <a:r>
              <a:rPr lang="en-US" dirty="0"/>
              <a:t>The space allocated depends on:</a:t>
            </a:r>
          </a:p>
          <a:p>
            <a:pPr lvl="1"/>
            <a:r>
              <a:rPr lang="en-US" dirty="0"/>
              <a:t>Image width and height</a:t>
            </a:r>
          </a:p>
          <a:p>
            <a:r>
              <a:rPr lang="en-US" dirty="0"/>
              <a:t>Bits per pixel</a:t>
            </a:r>
          </a:p>
          <a:p>
            <a:r>
              <a:rPr lang="en-US" dirty="0"/>
              <a:t>Example:</a:t>
            </a:r>
          </a:p>
          <a:p>
            <a:pPr lvl="1"/>
            <a:r>
              <a:rPr lang="en-US" dirty="0"/>
              <a:t>Image size: 640×480 pixels</a:t>
            </a:r>
          </a:p>
          <a:p>
            <a:pPr lvl="1"/>
            <a:r>
              <a:rPr lang="en-US" dirty="0"/>
              <a:t>Format: 24-bit RGB (3 bytes per pixel)</a:t>
            </a:r>
          </a:p>
          <a:p>
            <a:pPr lvl="1"/>
            <a:r>
              <a:rPr lang="en-US" dirty="0"/>
              <a:t> Total pixels:</a:t>
            </a:r>
            <a:br>
              <a:rPr lang="en-US" dirty="0"/>
            </a:br>
            <a:r>
              <a:rPr lang="en-US" dirty="0"/>
              <a:t>640 × 480 = 307,200 pixels</a:t>
            </a:r>
          </a:p>
          <a:p>
            <a:pPr lvl="1"/>
            <a:r>
              <a:rPr lang="en-US" dirty="0"/>
              <a:t>Bytes per pixel:</a:t>
            </a:r>
            <a:br>
              <a:rPr lang="en-US" dirty="0"/>
            </a:br>
            <a:r>
              <a:rPr lang="en-US" dirty="0"/>
              <a:t>3 bytes (1 for R, 1 for G, 1 for B)</a:t>
            </a:r>
          </a:p>
          <a:p>
            <a:pPr lvl="1"/>
            <a:r>
              <a:rPr lang="en-US" dirty="0"/>
              <a:t>Total memory needed:</a:t>
            </a:r>
            <a:br>
              <a:rPr lang="en-US" dirty="0"/>
            </a:br>
            <a:r>
              <a:rPr lang="en-US" dirty="0"/>
              <a:t>307,200 pixels × 3 bytes = 921,600 bytes ≈ ~900 KB</a:t>
            </a:r>
          </a:p>
          <a:p>
            <a:endParaRPr lang="en-US" dirty="0"/>
          </a:p>
        </p:txBody>
      </p:sp>
    </p:spTree>
    <p:extLst>
      <p:ext uri="{BB962C8B-B14F-4D97-AF65-F5344CB8AC3E}">
        <p14:creationId xmlns:p14="http://schemas.microsoft.com/office/powerpoint/2010/main" val="1203365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70D10-6614-71E6-5928-30C3F0848B8E}"/>
              </a:ext>
            </a:extLst>
          </p:cNvPr>
          <p:cNvSpPr>
            <a:spLocks noGrp="1"/>
          </p:cNvSpPr>
          <p:nvPr>
            <p:ph type="title"/>
          </p:nvPr>
        </p:nvSpPr>
        <p:spPr/>
        <p:txBody>
          <a:bodyPr/>
          <a:lstStyle/>
          <a:p>
            <a:r>
              <a:rPr lang="en-US" dirty="0"/>
              <a:t>Pixel Storage in Memory</a:t>
            </a:r>
          </a:p>
        </p:txBody>
      </p:sp>
      <p:sp>
        <p:nvSpPr>
          <p:cNvPr id="3" name="Content Placeholder 2">
            <a:extLst>
              <a:ext uri="{FF2B5EF4-FFF2-40B4-BE49-F238E27FC236}">
                <a16:creationId xmlns:a16="http://schemas.microsoft.com/office/drawing/2014/main" id="{2E6DB9B1-A09C-6F26-7136-AA251525282A}"/>
              </a:ext>
            </a:extLst>
          </p:cNvPr>
          <p:cNvSpPr>
            <a:spLocks noGrp="1"/>
          </p:cNvSpPr>
          <p:nvPr>
            <p:ph idx="1"/>
          </p:nvPr>
        </p:nvSpPr>
        <p:spPr/>
        <p:txBody>
          <a:bodyPr/>
          <a:lstStyle/>
          <a:p>
            <a:r>
              <a:rPr lang="en-US" dirty="0"/>
              <a:t>Pixels are stored sequentially row by row (called row-major order)</a:t>
            </a:r>
          </a:p>
          <a:p>
            <a:pPr lvl="1"/>
            <a:r>
              <a:rPr lang="de-DE" dirty="0"/>
              <a:t>Row 0: pixel(0,0), pixel(1,0), pixel(2,0), ...</a:t>
            </a:r>
          </a:p>
          <a:p>
            <a:pPr lvl="1"/>
            <a:r>
              <a:rPr lang="de-DE" dirty="0"/>
              <a:t>Row 1: pixel(0,1), pixel(1,1), ...</a:t>
            </a:r>
            <a:endParaRPr lang="en-US" dirty="0"/>
          </a:p>
          <a:p>
            <a:r>
              <a:rPr lang="en-US" dirty="0"/>
              <a:t>Each pixel occupies </a:t>
            </a:r>
            <a:r>
              <a:rPr lang="en-US" i="1" dirty="0"/>
              <a:t>contiguous</a:t>
            </a:r>
            <a:r>
              <a:rPr lang="en-US" dirty="0"/>
              <a:t> bytes</a:t>
            </a:r>
          </a:p>
          <a:p>
            <a:pPr lvl="1"/>
            <a:r>
              <a:rPr lang="pt-BR" dirty="0"/>
              <a:t>[R][G][B][R][G][B][R][G][B][R][G][B]</a:t>
            </a:r>
            <a:endParaRPr lang="en-US" dirty="0"/>
          </a:p>
          <a:p>
            <a:r>
              <a:rPr lang="en-US" dirty="0"/>
              <a:t>If you wanted to find the pixel at (x, y), you calculate its </a:t>
            </a:r>
            <a:r>
              <a:rPr lang="en-US" i="1" dirty="0"/>
              <a:t>offset</a:t>
            </a:r>
            <a:r>
              <a:rPr lang="en-US" dirty="0"/>
              <a:t>:</a:t>
            </a:r>
          </a:p>
          <a:p>
            <a:pPr lvl="1"/>
            <a:r>
              <a:rPr lang="en-US" dirty="0"/>
              <a:t>offset = (y * width + x) * </a:t>
            </a:r>
            <a:r>
              <a:rPr lang="en-US" dirty="0" err="1"/>
              <a:t>bytesPerPixel</a:t>
            </a:r>
            <a:endParaRPr lang="en-US" dirty="0"/>
          </a:p>
        </p:txBody>
      </p:sp>
    </p:spTree>
    <p:extLst>
      <p:ext uri="{BB962C8B-B14F-4D97-AF65-F5344CB8AC3E}">
        <p14:creationId xmlns:p14="http://schemas.microsoft.com/office/powerpoint/2010/main" val="1481414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15217-745B-7EF0-36B7-669F8E1C99CE}"/>
              </a:ext>
            </a:extLst>
          </p:cNvPr>
          <p:cNvSpPr>
            <a:spLocks noGrp="1"/>
          </p:cNvSpPr>
          <p:nvPr>
            <p:ph type="title"/>
          </p:nvPr>
        </p:nvSpPr>
        <p:spPr/>
        <p:txBody>
          <a:bodyPr/>
          <a:lstStyle/>
          <a:p>
            <a:r>
              <a:rPr lang="en-US" dirty="0"/>
              <a:t>Determination of Pixel Color</a:t>
            </a:r>
          </a:p>
        </p:txBody>
      </p:sp>
      <p:sp>
        <p:nvSpPr>
          <p:cNvPr id="3" name="Content Placeholder 2">
            <a:extLst>
              <a:ext uri="{FF2B5EF4-FFF2-40B4-BE49-F238E27FC236}">
                <a16:creationId xmlns:a16="http://schemas.microsoft.com/office/drawing/2014/main" id="{E57DF470-0627-E67F-5124-7DFF8D58E77A}"/>
              </a:ext>
            </a:extLst>
          </p:cNvPr>
          <p:cNvSpPr>
            <a:spLocks noGrp="1"/>
          </p:cNvSpPr>
          <p:nvPr>
            <p:ph idx="1"/>
          </p:nvPr>
        </p:nvSpPr>
        <p:spPr/>
        <p:txBody>
          <a:bodyPr/>
          <a:lstStyle/>
          <a:p>
            <a:pPr marL="0" indent="0">
              <a:buNone/>
            </a:pPr>
            <a:r>
              <a:rPr lang="en-US" b="1" dirty="0"/>
              <a:t>When creating an image (e.g., from a camera or drawing)</a:t>
            </a:r>
          </a:p>
          <a:p>
            <a:r>
              <a:rPr lang="en-US" dirty="0"/>
              <a:t>A sensor (camera) measures light intensity for red, green, and blue at each location.</a:t>
            </a:r>
          </a:p>
          <a:p>
            <a:r>
              <a:rPr lang="en-US" dirty="0"/>
              <a:t>The sensor outputs numeric values for R, G, and B:</a:t>
            </a:r>
          </a:p>
          <a:p>
            <a:pPr lvl="1"/>
            <a:r>
              <a:rPr lang="en-US" dirty="0"/>
              <a:t>Example:</a:t>
            </a:r>
          </a:p>
          <a:p>
            <a:pPr lvl="2"/>
            <a:r>
              <a:rPr lang="en-US" dirty="0"/>
              <a:t>Pixel(0,0): R=100, G=150, B=200</a:t>
            </a:r>
          </a:p>
          <a:p>
            <a:pPr lvl="2"/>
            <a:r>
              <a:rPr lang="en-US" dirty="0"/>
              <a:t>Pixel(0,1): R=20, G=30, B=40</a:t>
            </a:r>
          </a:p>
          <a:p>
            <a:r>
              <a:rPr lang="en-US" dirty="0"/>
              <a:t>These values are stored in memory at the pixel’s offset.</a:t>
            </a:r>
          </a:p>
          <a:p>
            <a:endParaRPr lang="en-US" dirty="0"/>
          </a:p>
        </p:txBody>
      </p:sp>
    </p:spTree>
    <p:extLst>
      <p:ext uri="{BB962C8B-B14F-4D97-AF65-F5344CB8AC3E}">
        <p14:creationId xmlns:p14="http://schemas.microsoft.com/office/powerpoint/2010/main" val="3585300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C8EC2-D731-B248-0AB5-982E86A7E43A}"/>
              </a:ext>
            </a:extLst>
          </p:cNvPr>
          <p:cNvSpPr>
            <a:spLocks noGrp="1"/>
          </p:cNvSpPr>
          <p:nvPr>
            <p:ph type="title"/>
          </p:nvPr>
        </p:nvSpPr>
        <p:spPr/>
        <p:txBody>
          <a:bodyPr/>
          <a:lstStyle/>
          <a:p>
            <a:r>
              <a:rPr lang="en-US" dirty="0"/>
              <a:t>Determination of Pixel Color</a:t>
            </a:r>
          </a:p>
        </p:txBody>
      </p:sp>
      <p:sp>
        <p:nvSpPr>
          <p:cNvPr id="3" name="Content Placeholder 2">
            <a:extLst>
              <a:ext uri="{FF2B5EF4-FFF2-40B4-BE49-F238E27FC236}">
                <a16:creationId xmlns:a16="http://schemas.microsoft.com/office/drawing/2014/main" id="{1F12070D-16AB-25F5-4D07-7BDA1B57A410}"/>
              </a:ext>
            </a:extLst>
          </p:cNvPr>
          <p:cNvSpPr>
            <a:spLocks noGrp="1"/>
          </p:cNvSpPr>
          <p:nvPr>
            <p:ph idx="1"/>
          </p:nvPr>
        </p:nvSpPr>
        <p:spPr/>
        <p:txBody>
          <a:bodyPr/>
          <a:lstStyle/>
          <a:p>
            <a:pPr marL="0" indent="0">
              <a:buNone/>
            </a:pPr>
            <a:r>
              <a:rPr lang="en-US" b="1" dirty="0"/>
              <a:t>When loading an image file (e.g., PNG, JPEG)</a:t>
            </a:r>
          </a:p>
          <a:p>
            <a:r>
              <a:rPr lang="en-US" dirty="0"/>
              <a:t>The image file encodes pixel data in a compressed format.</a:t>
            </a:r>
          </a:p>
          <a:p>
            <a:r>
              <a:rPr lang="en-US" dirty="0"/>
              <a:t>Image libraries (like </a:t>
            </a:r>
            <a:r>
              <a:rPr lang="en-US" dirty="0" err="1"/>
              <a:t>libpng</a:t>
            </a:r>
            <a:r>
              <a:rPr lang="en-US" dirty="0"/>
              <a:t> or </a:t>
            </a:r>
            <a:r>
              <a:rPr lang="en-US" dirty="0" err="1"/>
              <a:t>stb_image</a:t>
            </a:r>
            <a:r>
              <a:rPr lang="en-US" dirty="0"/>
              <a:t>) decode the file and reconstruct each pixel’s color:</a:t>
            </a:r>
          </a:p>
          <a:p>
            <a:pPr lvl="1"/>
            <a:r>
              <a:rPr lang="en-US" dirty="0"/>
              <a:t>The decoder reads the encoded data.</a:t>
            </a:r>
          </a:p>
          <a:p>
            <a:pPr lvl="1"/>
            <a:r>
              <a:rPr lang="en-US" dirty="0"/>
              <a:t>For each pixel, it outputs RGB values.</a:t>
            </a:r>
          </a:p>
          <a:p>
            <a:r>
              <a:rPr lang="en-US" dirty="0"/>
              <a:t>These RGB values are stored in the allocated memory buffer.</a:t>
            </a:r>
          </a:p>
          <a:p>
            <a:endParaRPr lang="en-US" dirty="0"/>
          </a:p>
        </p:txBody>
      </p:sp>
    </p:spTree>
    <p:extLst>
      <p:ext uri="{BB962C8B-B14F-4D97-AF65-F5344CB8AC3E}">
        <p14:creationId xmlns:p14="http://schemas.microsoft.com/office/powerpoint/2010/main" val="3136215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F9552-414C-22A0-A1C5-07D813BC70CA}"/>
              </a:ext>
            </a:extLst>
          </p:cNvPr>
          <p:cNvSpPr>
            <a:spLocks noGrp="1"/>
          </p:cNvSpPr>
          <p:nvPr>
            <p:ph type="title"/>
          </p:nvPr>
        </p:nvSpPr>
        <p:spPr/>
        <p:txBody>
          <a:bodyPr/>
          <a:lstStyle/>
          <a:p>
            <a:r>
              <a:rPr lang="en-US" dirty="0"/>
              <a:t>Computation of Pixel Color</a:t>
            </a:r>
          </a:p>
        </p:txBody>
      </p:sp>
      <p:sp>
        <p:nvSpPr>
          <p:cNvPr id="3" name="Content Placeholder 2">
            <a:extLst>
              <a:ext uri="{FF2B5EF4-FFF2-40B4-BE49-F238E27FC236}">
                <a16:creationId xmlns:a16="http://schemas.microsoft.com/office/drawing/2014/main" id="{F33CFB88-C387-7DF0-7F43-F852780710C4}"/>
              </a:ext>
            </a:extLst>
          </p:cNvPr>
          <p:cNvSpPr>
            <a:spLocks noGrp="1"/>
          </p:cNvSpPr>
          <p:nvPr>
            <p:ph idx="1"/>
          </p:nvPr>
        </p:nvSpPr>
        <p:spPr/>
        <p:txBody>
          <a:bodyPr>
            <a:normAutofit/>
          </a:bodyPr>
          <a:lstStyle/>
          <a:p>
            <a:r>
              <a:rPr lang="en-US" dirty="0"/>
              <a:t>Each pixel has a fixed position (</a:t>
            </a:r>
            <a:r>
              <a:rPr lang="en-US" dirty="0" err="1"/>
              <a:t>x,y</a:t>
            </a:r>
            <a:r>
              <a:rPr lang="en-US" dirty="0"/>
              <a:t>) in the grid.</a:t>
            </a:r>
          </a:p>
          <a:p>
            <a:r>
              <a:rPr lang="en-US" dirty="0"/>
              <a:t>You calculate its offset in memory:</a:t>
            </a:r>
          </a:p>
          <a:p>
            <a:pPr marL="457200" lvl="1" indent="0">
              <a:buNone/>
            </a:pPr>
            <a:r>
              <a:rPr lang="en-US" dirty="0"/>
              <a:t>offset = (y * width + x) * </a:t>
            </a:r>
            <a:r>
              <a:rPr lang="en-US" dirty="0" err="1"/>
              <a:t>bytesPerPixel</a:t>
            </a:r>
            <a:endParaRPr lang="en-US" dirty="0"/>
          </a:p>
          <a:p>
            <a:pPr marL="457200" lvl="1" indent="0">
              <a:buNone/>
            </a:pPr>
            <a:r>
              <a:rPr lang="en-US" dirty="0"/>
              <a:t>For example:</a:t>
            </a:r>
          </a:p>
          <a:p>
            <a:pPr marL="457200" lvl="1" indent="0">
              <a:buNone/>
            </a:pPr>
            <a:r>
              <a:rPr lang="en-US" dirty="0"/>
              <a:t>Pixel at (2,1) in a 4×3 RGB image:</a:t>
            </a:r>
          </a:p>
          <a:p>
            <a:pPr marL="457200" lvl="1" indent="0">
              <a:buNone/>
            </a:pPr>
            <a:r>
              <a:rPr lang="da-DK" dirty="0"/>
              <a:t>offset = (1 * 4 + 2) * 3 = (4 + 2)*3 = 6*3 = 18</a:t>
            </a:r>
          </a:p>
          <a:p>
            <a:r>
              <a:rPr lang="en-US" dirty="0"/>
              <a:t>Read 3 bytes starting at offset 18:</a:t>
            </a:r>
          </a:p>
          <a:p>
            <a:pPr lvl="1"/>
            <a:r>
              <a:rPr lang="en-US" dirty="0"/>
              <a:t>Byte 18: R</a:t>
            </a:r>
          </a:p>
          <a:p>
            <a:pPr lvl="1"/>
            <a:r>
              <a:rPr lang="en-US" dirty="0"/>
              <a:t>Byte 19: G</a:t>
            </a:r>
          </a:p>
          <a:p>
            <a:pPr lvl="1"/>
            <a:r>
              <a:rPr lang="en-US" dirty="0"/>
              <a:t>Byte 20: B</a:t>
            </a:r>
          </a:p>
          <a:p>
            <a:endParaRPr lang="en-US" dirty="0"/>
          </a:p>
        </p:txBody>
      </p:sp>
    </p:spTree>
    <p:extLst>
      <p:ext uri="{BB962C8B-B14F-4D97-AF65-F5344CB8AC3E}">
        <p14:creationId xmlns:p14="http://schemas.microsoft.com/office/powerpoint/2010/main" val="624557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EA44E-33E1-60D0-D813-FEC69C13CD53}"/>
              </a:ext>
            </a:extLst>
          </p:cNvPr>
          <p:cNvSpPr>
            <a:spLocks noGrp="1"/>
          </p:cNvSpPr>
          <p:nvPr>
            <p:ph type="title"/>
          </p:nvPr>
        </p:nvSpPr>
        <p:spPr/>
        <p:txBody>
          <a:bodyPr/>
          <a:lstStyle/>
          <a:p>
            <a:r>
              <a:rPr lang="en-US" dirty="0"/>
              <a:t>Graphics Images</a:t>
            </a:r>
          </a:p>
        </p:txBody>
      </p:sp>
      <p:sp>
        <p:nvSpPr>
          <p:cNvPr id="3" name="Content Placeholder 2">
            <a:extLst>
              <a:ext uri="{FF2B5EF4-FFF2-40B4-BE49-F238E27FC236}">
                <a16:creationId xmlns:a16="http://schemas.microsoft.com/office/drawing/2014/main" id="{AF06B081-7C34-7B63-5E4F-C7B3C617BCEC}"/>
              </a:ext>
            </a:extLst>
          </p:cNvPr>
          <p:cNvSpPr>
            <a:spLocks noGrp="1"/>
          </p:cNvSpPr>
          <p:nvPr>
            <p:ph idx="1"/>
          </p:nvPr>
        </p:nvSpPr>
        <p:spPr/>
        <p:txBody>
          <a:bodyPr>
            <a:normAutofit fontScale="92500" lnSpcReduction="20000"/>
          </a:bodyPr>
          <a:lstStyle/>
          <a:p>
            <a:pPr marL="0" indent="0">
              <a:buNone/>
            </a:pPr>
            <a:r>
              <a:rPr lang="en-US" b="1" dirty="0"/>
              <a:t>Raster (Bitmap) Images</a:t>
            </a:r>
          </a:p>
          <a:p>
            <a:r>
              <a:rPr lang="en-US" dirty="0"/>
              <a:t>Made of pixels arranged in a grid.</a:t>
            </a:r>
          </a:p>
          <a:p>
            <a:r>
              <a:rPr lang="en-US" dirty="0"/>
              <a:t>Each pixel holds color information.</a:t>
            </a:r>
          </a:p>
          <a:p>
            <a:r>
              <a:rPr lang="en-US" dirty="0"/>
              <a:t>Common formats: JPEG, PNG, BMP, GIF, TIFF.</a:t>
            </a:r>
          </a:p>
          <a:p>
            <a:r>
              <a:rPr lang="en-US" dirty="0"/>
              <a:t>Examples:</a:t>
            </a:r>
          </a:p>
          <a:p>
            <a:pPr lvl="1"/>
            <a:r>
              <a:rPr lang="en-US" dirty="0"/>
              <a:t>Photographs</a:t>
            </a:r>
          </a:p>
          <a:p>
            <a:pPr lvl="1"/>
            <a:r>
              <a:rPr lang="en-US" dirty="0"/>
              <a:t>Scanned documents</a:t>
            </a:r>
          </a:p>
          <a:p>
            <a:pPr lvl="1"/>
            <a:r>
              <a:rPr lang="en-US" dirty="0"/>
              <a:t>Digital paintings</a:t>
            </a:r>
          </a:p>
          <a:p>
            <a:r>
              <a:rPr lang="en-US" dirty="0"/>
              <a:t>Properties:</a:t>
            </a:r>
          </a:p>
          <a:p>
            <a:r>
              <a:rPr lang="en-US" dirty="0"/>
              <a:t>Resolution-dependent (scaling causes pixelation).</a:t>
            </a:r>
          </a:p>
          <a:p>
            <a:r>
              <a:rPr lang="en-US" dirty="0"/>
              <a:t>Stored as pixel data.</a:t>
            </a:r>
          </a:p>
          <a:p>
            <a:pPr marL="0" indent="0">
              <a:buNone/>
            </a:pPr>
            <a:endParaRPr lang="en-US" dirty="0"/>
          </a:p>
        </p:txBody>
      </p:sp>
    </p:spTree>
    <p:extLst>
      <p:ext uri="{BB962C8B-B14F-4D97-AF65-F5344CB8AC3E}">
        <p14:creationId xmlns:p14="http://schemas.microsoft.com/office/powerpoint/2010/main" val="2908387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D37F7-76D6-E53F-914A-876D3047797C}"/>
              </a:ext>
            </a:extLst>
          </p:cNvPr>
          <p:cNvSpPr>
            <a:spLocks noGrp="1"/>
          </p:cNvSpPr>
          <p:nvPr>
            <p:ph type="title"/>
          </p:nvPr>
        </p:nvSpPr>
        <p:spPr/>
        <p:txBody>
          <a:bodyPr/>
          <a:lstStyle/>
          <a:p>
            <a:r>
              <a:rPr lang="en-US" dirty="0"/>
              <a:t>Graphics Images</a:t>
            </a:r>
          </a:p>
        </p:txBody>
      </p:sp>
      <p:sp>
        <p:nvSpPr>
          <p:cNvPr id="3" name="Content Placeholder 2">
            <a:extLst>
              <a:ext uri="{FF2B5EF4-FFF2-40B4-BE49-F238E27FC236}">
                <a16:creationId xmlns:a16="http://schemas.microsoft.com/office/drawing/2014/main" id="{0F524D30-97BE-5D3C-14F8-ECDB958E0ACE}"/>
              </a:ext>
            </a:extLst>
          </p:cNvPr>
          <p:cNvSpPr>
            <a:spLocks noGrp="1"/>
          </p:cNvSpPr>
          <p:nvPr>
            <p:ph idx="1"/>
          </p:nvPr>
        </p:nvSpPr>
        <p:spPr/>
        <p:txBody>
          <a:bodyPr>
            <a:normAutofit fontScale="92500" lnSpcReduction="20000"/>
          </a:bodyPr>
          <a:lstStyle/>
          <a:p>
            <a:pPr marL="0" indent="0">
              <a:buNone/>
            </a:pPr>
            <a:r>
              <a:rPr lang="en-US" b="1" dirty="0"/>
              <a:t>Vector Images</a:t>
            </a:r>
          </a:p>
          <a:p>
            <a:r>
              <a:rPr lang="en-US" dirty="0"/>
              <a:t>Not made of pixels.</a:t>
            </a:r>
          </a:p>
          <a:p>
            <a:r>
              <a:rPr lang="en-US" dirty="0"/>
              <a:t>Defined by mathematical descriptions of shapes, lines, and curves.</a:t>
            </a:r>
          </a:p>
          <a:p>
            <a:r>
              <a:rPr lang="en-US" dirty="0"/>
              <a:t>Common formats: SVG, EPS, PDF (vector parts), AI.</a:t>
            </a:r>
          </a:p>
          <a:p>
            <a:r>
              <a:rPr lang="en-US" dirty="0"/>
              <a:t>Examples:</a:t>
            </a:r>
          </a:p>
          <a:p>
            <a:pPr lvl="1"/>
            <a:r>
              <a:rPr lang="en-US" dirty="0"/>
              <a:t>Logos</a:t>
            </a:r>
          </a:p>
          <a:p>
            <a:pPr lvl="1"/>
            <a:r>
              <a:rPr lang="en-US" dirty="0"/>
              <a:t>Icons</a:t>
            </a:r>
          </a:p>
          <a:p>
            <a:pPr lvl="1"/>
            <a:r>
              <a:rPr lang="en-US" dirty="0"/>
              <a:t>Diagrams</a:t>
            </a:r>
          </a:p>
          <a:p>
            <a:r>
              <a:rPr lang="en-US" dirty="0"/>
              <a:t>Properties:</a:t>
            </a:r>
          </a:p>
          <a:p>
            <a:r>
              <a:rPr lang="en-US" dirty="0"/>
              <a:t>Resolution-independent (scale infinitely without losing quality).</a:t>
            </a:r>
          </a:p>
          <a:p>
            <a:r>
              <a:rPr lang="en-US" dirty="0"/>
              <a:t>Stored as a list of instructions (e.g., “draw a circle of radius 10 at (</a:t>
            </a:r>
            <a:r>
              <a:rPr lang="en-US" dirty="0" err="1"/>
              <a:t>x,y</a:t>
            </a:r>
            <a:r>
              <a:rPr lang="en-US" dirty="0"/>
              <a:t>)”).</a:t>
            </a:r>
          </a:p>
          <a:p>
            <a:endParaRPr lang="en-US" dirty="0"/>
          </a:p>
        </p:txBody>
      </p:sp>
    </p:spTree>
    <p:extLst>
      <p:ext uri="{BB962C8B-B14F-4D97-AF65-F5344CB8AC3E}">
        <p14:creationId xmlns:p14="http://schemas.microsoft.com/office/powerpoint/2010/main" val="273827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3E122-49E5-6FB7-9C9B-A34E0A070FE9}"/>
              </a:ext>
            </a:extLst>
          </p:cNvPr>
          <p:cNvSpPr>
            <a:spLocks noGrp="1"/>
          </p:cNvSpPr>
          <p:nvPr>
            <p:ph type="title"/>
          </p:nvPr>
        </p:nvSpPr>
        <p:spPr/>
        <p:txBody>
          <a:bodyPr/>
          <a:lstStyle/>
          <a:p>
            <a:r>
              <a:rPr lang="en-US" dirty="0"/>
              <a:t>Raster Image Representation</a:t>
            </a:r>
          </a:p>
        </p:txBody>
      </p:sp>
      <p:sp>
        <p:nvSpPr>
          <p:cNvPr id="3" name="Content Placeholder 2">
            <a:extLst>
              <a:ext uri="{FF2B5EF4-FFF2-40B4-BE49-F238E27FC236}">
                <a16:creationId xmlns:a16="http://schemas.microsoft.com/office/drawing/2014/main" id="{68E00B9B-1075-66DA-A9AF-E27D8E531F1E}"/>
              </a:ext>
            </a:extLst>
          </p:cNvPr>
          <p:cNvSpPr>
            <a:spLocks noGrp="1"/>
          </p:cNvSpPr>
          <p:nvPr>
            <p:ph idx="1"/>
          </p:nvPr>
        </p:nvSpPr>
        <p:spPr/>
        <p:txBody>
          <a:bodyPr>
            <a:normAutofit fontScale="92500" lnSpcReduction="20000"/>
          </a:bodyPr>
          <a:lstStyle/>
          <a:p>
            <a:r>
              <a:rPr lang="en-US" dirty="0"/>
              <a:t>The computer stores raster images as a matrix (2D array) of pixels, and each pixel is a collection of values describing color.</a:t>
            </a:r>
          </a:p>
          <a:p>
            <a:r>
              <a:rPr lang="en-US" dirty="0"/>
              <a:t>Common representations:</a:t>
            </a:r>
          </a:p>
          <a:p>
            <a:r>
              <a:rPr lang="en-US" dirty="0"/>
              <a:t>Grayscale Images</a:t>
            </a:r>
          </a:p>
          <a:p>
            <a:pPr lvl="1"/>
            <a:r>
              <a:rPr lang="en-US" dirty="0"/>
              <a:t>Each pixel = 1 value (intensity).</a:t>
            </a:r>
          </a:p>
          <a:p>
            <a:pPr lvl="1"/>
            <a:r>
              <a:rPr lang="en-US" dirty="0"/>
              <a:t>Example:</a:t>
            </a:r>
          </a:p>
          <a:p>
            <a:pPr lvl="2"/>
            <a:r>
              <a:rPr lang="en-US" dirty="0"/>
              <a:t>8-bit grayscale: 0 = black, 255 = white.</a:t>
            </a:r>
          </a:p>
          <a:p>
            <a:r>
              <a:rPr lang="en-US" dirty="0"/>
              <a:t>RGB Images</a:t>
            </a:r>
          </a:p>
          <a:p>
            <a:r>
              <a:rPr lang="en-US" dirty="0"/>
              <a:t>Each pixel = 3 values (Red, Green, Blue).</a:t>
            </a:r>
          </a:p>
          <a:p>
            <a:r>
              <a:rPr lang="en-US" dirty="0"/>
              <a:t>Stored as:</a:t>
            </a:r>
          </a:p>
          <a:p>
            <a:pPr lvl="1"/>
            <a:r>
              <a:rPr lang="en-US" dirty="0"/>
              <a:t>Interleaved: R, G, B per pixel (common)</a:t>
            </a:r>
          </a:p>
          <a:p>
            <a:pPr lvl="1"/>
            <a:r>
              <a:rPr lang="en-US" dirty="0"/>
              <a:t>Planar: separate planes for R, G, B (less common)</a:t>
            </a:r>
          </a:p>
          <a:p>
            <a:endParaRPr lang="en-US" dirty="0"/>
          </a:p>
        </p:txBody>
      </p:sp>
    </p:spTree>
    <p:extLst>
      <p:ext uri="{BB962C8B-B14F-4D97-AF65-F5344CB8AC3E}">
        <p14:creationId xmlns:p14="http://schemas.microsoft.com/office/powerpoint/2010/main" val="1152890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3737B-6564-4A6C-7AB1-276FC5727138}"/>
              </a:ext>
            </a:extLst>
          </p:cNvPr>
          <p:cNvSpPr>
            <a:spLocks noGrp="1"/>
          </p:cNvSpPr>
          <p:nvPr>
            <p:ph type="title"/>
          </p:nvPr>
        </p:nvSpPr>
        <p:spPr/>
        <p:txBody>
          <a:bodyPr/>
          <a:lstStyle/>
          <a:p>
            <a:r>
              <a:rPr lang="en-US" dirty="0"/>
              <a:t>Vector Image Representation</a:t>
            </a:r>
          </a:p>
        </p:txBody>
      </p:sp>
      <p:sp>
        <p:nvSpPr>
          <p:cNvPr id="3" name="Content Placeholder 2">
            <a:extLst>
              <a:ext uri="{FF2B5EF4-FFF2-40B4-BE49-F238E27FC236}">
                <a16:creationId xmlns:a16="http://schemas.microsoft.com/office/drawing/2014/main" id="{E9E1F507-A34F-CD50-5A6A-7AB223474FCC}"/>
              </a:ext>
            </a:extLst>
          </p:cNvPr>
          <p:cNvSpPr>
            <a:spLocks noGrp="1"/>
          </p:cNvSpPr>
          <p:nvPr>
            <p:ph idx="1"/>
          </p:nvPr>
        </p:nvSpPr>
        <p:spPr/>
        <p:txBody>
          <a:bodyPr/>
          <a:lstStyle/>
          <a:p>
            <a:r>
              <a:rPr lang="en-US" dirty="0"/>
              <a:t>Vector images store commands describing shapes</a:t>
            </a:r>
          </a:p>
          <a:p>
            <a:r>
              <a:rPr lang="en-US" dirty="0"/>
              <a:t>The renderer interprets the commands to draw the shape</a:t>
            </a:r>
          </a:p>
          <a:p>
            <a:r>
              <a:rPr lang="en-US" dirty="0"/>
              <a:t>No pixels stored directly.</a:t>
            </a:r>
          </a:p>
        </p:txBody>
      </p:sp>
    </p:spTree>
    <p:extLst>
      <p:ext uri="{BB962C8B-B14F-4D97-AF65-F5344CB8AC3E}">
        <p14:creationId xmlns:p14="http://schemas.microsoft.com/office/powerpoint/2010/main" val="1859730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551C-0A1B-277E-3C54-2F0955CDDBCE}"/>
              </a:ext>
            </a:extLst>
          </p:cNvPr>
          <p:cNvSpPr>
            <a:spLocks noGrp="1"/>
          </p:cNvSpPr>
          <p:nvPr>
            <p:ph type="title"/>
          </p:nvPr>
        </p:nvSpPr>
        <p:spPr/>
        <p:txBody>
          <a:bodyPr/>
          <a:lstStyle/>
          <a:p>
            <a:r>
              <a:rPr lang="en-US" dirty="0"/>
              <a:t>Graphics Image File Format</a:t>
            </a:r>
          </a:p>
        </p:txBody>
      </p:sp>
      <p:sp>
        <p:nvSpPr>
          <p:cNvPr id="3" name="Content Placeholder 2">
            <a:extLst>
              <a:ext uri="{FF2B5EF4-FFF2-40B4-BE49-F238E27FC236}">
                <a16:creationId xmlns:a16="http://schemas.microsoft.com/office/drawing/2014/main" id="{8080DC65-AF6C-4D72-3918-6B7A918821D9}"/>
              </a:ext>
            </a:extLst>
          </p:cNvPr>
          <p:cNvSpPr>
            <a:spLocks noGrp="1"/>
          </p:cNvSpPr>
          <p:nvPr>
            <p:ph idx="1"/>
          </p:nvPr>
        </p:nvSpPr>
        <p:spPr/>
        <p:txBody>
          <a:bodyPr/>
          <a:lstStyle/>
          <a:p>
            <a:r>
              <a:rPr lang="en-US" dirty="0"/>
              <a:t>Raster Image</a:t>
            </a:r>
          </a:p>
          <a:p>
            <a:pPr marL="457200" lvl="1" indent="0">
              <a:buNone/>
            </a:pPr>
            <a:r>
              <a:rPr lang="en-US" dirty="0"/>
              <a:t>[  0,  50, 255],</a:t>
            </a:r>
          </a:p>
          <a:p>
            <a:pPr marL="457200" lvl="1" indent="0">
              <a:buNone/>
            </a:pPr>
            <a:r>
              <a:rPr lang="en-US" dirty="0"/>
              <a:t>[100, 150, 200]]</a:t>
            </a:r>
          </a:p>
          <a:p>
            <a:r>
              <a:rPr lang="en-US" dirty="0"/>
              <a:t>Vector image</a:t>
            </a:r>
          </a:p>
          <a:p>
            <a:pPr marL="457200" lvl="1" indent="0">
              <a:buNone/>
            </a:pPr>
            <a:r>
              <a:rPr lang="fr-FR" dirty="0"/>
              <a:t>&lt;</a:t>
            </a:r>
            <a:r>
              <a:rPr lang="fr-FR" dirty="0" err="1"/>
              <a:t>circle</a:t>
            </a:r>
            <a:r>
              <a:rPr lang="fr-FR" dirty="0"/>
              <a:t> cx="50" </a:t>
            </a:r>
            <a:r>
              <a:rPr lang="fr-FR" dirty="0" err="1"/>
              <a:t>cy</a:t>
            </a:r>
            <a:r>
              <a:rPr lang="fr-FR" dirty="0"/>
              <a:t>="50" r="40" </a:t>
            </a:r>
            <a:r>
              <a:rPr lang="fr-FR" dirty="0" err="1"/>
              <a:t>fill</a:t>
            </a:r>
            <a:r>
              <a:rPr lang="fr-FR" dirty="0"/>
              <a:t>="</a:t>
            </a:r>
            <a:r>
              <a:rPr lang="fr-FR" dirty="0" err="1"/>
              <a:t>red</a:t>
            </a:r>
            <a:r>
              <a:rPr lang="fr-FR" dirty="0"/>
              <a:t>"/&gt;</a:t>
            </a:r>
            <a:endParaRPr lang="en-US" dirty="0"/>
          </a:p>
        </p:txBody>
      </p:sp>
    </p:spTree>
    <p:extLst>
      <p:ext uri="{BB962C8B-B14F-4D97-AF65-F5344CB8AC3E}">
        <p14:creationId xmlns:p14="http://schemas.microsoft.com/office/powerpoint/2010/main" val="2741576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DC82-F186-BA4B-0330-CD3AB248B2F1}"/>
              </a:ext>
            </a:extLst>
          </p:cNvPr>
          <p:cNvSpPr>
            <a:spLocks noGrp="1"/>
          </p:cNvSpPr>
          <p:nvPr>
            <p:ph type="title"/>
          </p:nvPr>
        </p:nvSpPr>
        <p:spPr/>
        <p:txBody>
          <a:bodyPr/>
          <a:lstStyle/>
          <a:p>
            <a:r>
              <a:rPr lang="en-US" dirty="0"/>
              <a:t>Color Model</a:t>
            </a:r>
          </a:p>
        </p:txBody>
      </p:sp>
      <p:sp>
        <p:nvSpPr>
          <p:cNvPr id="3" name="Content Placeholder 2">
            <a:extLst>
              <a:ext uri="{FF2B5EF4-FFF2-40B4-BE49-F238E27FC236}">
                <a16:creationId xmlns:a16="http://schemas.microsoft.com/office/drawing/2014/main" id="{F3A546ED-B08C-9131-5020-5AA9086BC3A4}"/>
              </a:ext>
            </a:extLst>
          </p:cNvPr>
          <p:cNvSpPr>
            <a:spLocks noGrp="1"/>
          </p:cNvSpPr>
          <p:nvPr>
            <p:ph idx="1"/>
          </p:nvPr>
        </p:nvSpPr>
        <p:spPr/>
        <p:txBody>
          <a:bodyPr/>
          <a:lstStyle/>
          <a:p>
            <a:r>
              <a:rPr lang="en-US" dirty="0"/>
              <a:t>A color model is a mathematical way to describe and represent colors using numbers.</a:t>
            </a:r>
          </a:p>
          <a:p>
            <a:r>
              <a:rPr lang="en-US" dirty="0"/>
              <a:t>In other words, it defines how colors are organized and specified.</a:t>
            </a:r>
          </a:p>
          <a:p>
            <a:r>
              <a:rPr lang="en-US" dirty="0"/>
              <a:t>When you load or save an image, the file format must indicate which color model is being used so the image can be interpreted correctly.</a:t>
            </a:r>
          </a:p>
          <a:p>
            <a:endParaRPr lang="en-US" dirty="0"/>
          </a:p>
        </p:txBody>
      </p:sp>
    </p:spTree>
    <p:extLst>
      <p:ext uri="{BB962C8B-B14F-4D97-AF65-F5344CB8AC3E}">
        <p14:creationId xmlns:p14="http://schemas.microsoft.com/office/powerpoint/2010/main" val="2624132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D28FD-E9A0-D66B-F55A-4C18CA69A8BD}"/>
              </a:ext>
            </a:extLst>
          </p:cNvPr>
          <p:cNvSpPr>
            <a:spLocks noGrp="1"/>
          </p:cNvSpPr>
          <p:nvPr>
            <p:ph type="title"/>
          </p:nvPr>
        </p:nvSpPr>
        <p:spPr/>
        <p:txBody>
          <a:bodyPr/>
          <a:lstStyle/>
          <a:p>
            <a:r>
              <a:rPr lang="en-US" dirty="0"/>
              <a:t>Color Model</a:t>
            </a:r>
          </a:p>
        </p:txBody>
      </p:sp>
      <p:graphicFrame>
        <p:nvGraphicFramePr>
          <p:cNvPr id="5" name="Content Placeholder 4">
            <a:extLst>
              <a:ext uri="{FF2B5EF4-FFF2-40B4-BE49-F238E27FC236}">
                <a16:creationId xmlns:a16="http://schemas.microsoft.com/office/drawing/2014/main" id="{CC28CF91-C2DC-E2EA-2B16-97B74DA494BB}"/>
              </a:ext>
            </a:extLst>
          </p:cNvPr>
          <p:cNvGraphicFramePr>
            <a:graphicFrameLocks noGrp="1"/>
          </p:cNvGraphicFramePr>
          <p:nvPr>
            <p:ph idx="1"/>
            <p:extLst>
              <p:ext uri="{D42A27DB-BD31-4B8C-83A1-F6EECF244321}">
                <p14:modId xmlns:p14="http://schemas.microsoft.com/office/powerpoint/2010/main" val="3991144725"/>
              </p:ext>
            </p:extLst>
          </p:nvPr>
        </p:nvGraphicFramePr>
        <p:xfrm>
          <a:off x="838199" y="1825625"/>
          <a:ext cx="9633858" cy="4579863"/>
        </p:xfrm>
        <a:graphic>
          <a:graphicData uri="http://schemas.openxmlformats.org/drawingml/2006/table">
            <a:tbl>
              <a:tblPr/>
              <a:tblGrid>
                <a:gridCol w="3211286">
                  <a:extLst>
                    <a:ext uri="{9D8B030D-6E8A-4147-A177-3AD203B41FA5}">
                      <a16:colId xmlns:a16="http://schemas.microsoft.com/office/drawing/2014/main" val="4124172900"/>
                    </a:ext>
                  </a:extLst>
                </a:gridCol>
                <a:gridCol w="3211286">
                  <a:extLst>
                    <a:ext uri="{9D8B030D-6E8A-4147-A177-3AD203B41FA5}">
                      <a16:colId xmlns:a16="http://schemas.microsoft.com/office/drawing/2014/main" val="1294403385"/>
                    </a:ext>
                  </a:extLst>
                </a:gridCol>
                <a:gridCol w="3211286">
                  <a:extLst>
                    <a:ext uri="{9D8B030D-6E8A-4147-A177-3AD203B41FA5}">
                      <a16:colId xmlns:a16="http://schemas.microsoft.com/office/drawing/2014/main" val="738037604"/>
                    </a:ext>
                  </a:extLst>
                </a:gridCol>
              </a:tblGrid>
              <a:tr h="512810">
                <a:tc>
                  <a:txBody>
                    <a:bodyPr/>
                    <a:lstStyle/>
                    <a:p>
                      <a:pPr>
                        <a:buNone/>
                      </a:pPr>
                      <a:r>
                        <a:rPr lang="en-US" sz="1800" b="1"/>
                        <a:t>Color Model</a:t>
                      </a:r>
                    </a:p>
                  </a:txBody>
                  <a:tcPr marL="45057" marR="45057" marT="22529" marB="22529" anchor="ctr">
                    <a:lnL>
                      <a:noFill/>
                    </a:lnL>
                    <a:lnR>
                      <a:noFill/>
                    </a:lnR>
                    <a:lnT>
                      <a:noFill/>
                    </a:lnT>
                    <a:lnB>
                      <a:noFill/>
                    </a:lnB>
                    <a:noFill/>
                  </a:tcPr>
                </a:tc>
                <a:tc>
                  <a:txBody>
                    <a:bodyPr/>
                    <a:lstStyle/>
                    <a:p>
                      <a:pPr>
                        <a:buNone/>
                      </a:pPr>
                      <a:r>
                        <a:rPr lang="en-US" sz="1800" b="1"/>
                        <a:t>Components</a:t>
                      </a:r>
                    </a:p>
                  </a:txBody>
                  <a:tcPr marL="45057" marR="45057" marT="22529" marB="22529" anchor="ctr">
                    <a:lnL>
                      <a:noFill/>
                    </a:lnL>
                    <a:lnR>
                      <a:noFill/>
                    </a:lnR>
                    <a:lnT>
                      <a:noFill/>
                    </a:lnT>
                    <a:lnB>
                      <a:noFill/>
                    </a:lnB>
                    <a:noFill/>
                  </a:tcPr>
                </a:tc>
                <a:tc>
                  <a:txBody>
                    <a:bodyPr/>
                    <a:lstStyle/>
                    <a:p>
                      <a:pPr>
                        <a:buNone/>
                      </a:pPr>
                      <a:r>
                        <a:rPr lang="en-US" sz="1800" b="1"/>
                        <a:t>Used For</a:t>
                      </a:r>
                    </a:p>
                  </a:txBody>
                  <a:tcPr marL="45057" marR="45057" marT="22529" marB="22529" anchor="ctr">
                    <a:lnL>
                      <a:noFill/>
                    </a:lnL>
                    <a:lnR>
                      <a:noFill/>
                    </a:lnR>
                    <a:lnT>
                      <a:noFill/>
                    </a:lnT>
                    <a:lnB>
                      <a:noFill/>
                    </a:lnB>
                    <a:noFill/>
                  </a:tcPr>
                </a:tc>
                <a:extLst>
                  <a:ext uri="{0D108BD9-81ED-4DB2-BD59-A6C34878D82A}">
                    <a16:rowId xmlns:a16="http://schemas.microsoft.com/office/drawing/2014/main" val="868448594"/>
                  </a:ext>
                </a:extLst>
              </a:tr>
              <a:tr h="512810">
                <a:tc>
                  <a:txBody>
                    <a:bodyPr/>
                    <a:lstStyle/>
                    <a:p>
                      <a:pPr>
                        <a:buNone/>
                      </a:pPr>
                      <a:r>
                        <a:rPr lang="en-US" sz="1800" b="1"/>
                        <a:t>RGB</a:t>
                      </a:r>
                    </a:p>
                  </a:txBody>
                  <a:tcPr marL="45057" marR="45057" marT="22529" marB="22529" anchor="ctr">
                    <a:lnL>
                      <a:noFill/>
                    </a:lnL>
                    <a:lnR>
                      <a:noFill/>
                    </a:lnR>
                    <a:lnT>
                      <a:noFill/>
                    </a:lnT>
                    <a:lnB>
                      <a:noFill/>
                    </a:lnB>
                    <a:noFill/>
                  </a:tcPr>
                </a:tc>
                <a:tc>
                  <a:txBody>
                    <a:bodyPr/>
                    <a:lstStyle/>
                    <a:p>
                      <a:pPr>
                        <a:buNone/>
                      </a:pPr>
                      <a:r>
                        <a:rPr lang="en-US" sz="1800" b="1"/>
                        <a:t>Red, Green, Blue</a:t>
                      </a:r>
                    </a:p>
                  </a:txBody>
                  <a:tcPr marL="45057" marR="45057" marT="22529" marB="22529" anchor="ctr">
                    <a:lnL>
                      <a:noFill/>
                    </a:lnL>
                    <a:lnR>
                      <a:noFill/>
                    </a:lnR>
                    <a:lnT>
                      <a:noFill/>
                    </a:lnT>
                    <a:lnB>
                      <a:noFill/>
                    </a:lnB>
                    <a:noFill/>
                  </a:tcPr>
                </a:tc>
                <a:tc>
                  <a:txBody>
                    <a:bodyPr/>
                    <a:lstStyle/>
                    <a:p>
                      <a:pPr>
                        <a:buNone/>
                      </a:pPr>
                      <a:r>
                        <a:rPr lang="en-US" sz="1800" b="1"/>
                        <a:t>Screens, cameras, most images</a:t>
                      </a:r>
                    </a:p>
                  </a:txBody>
                  <a:tcPr marL="45057" marR="45057" marT="22529" marB="22529" anchor="ctr">
                    <a:lnL>
                      <a:noFill/>
                    </a:lnL>
                    <a:lnR>
                      <a:noFill/>
                    </a:lnR>
                    <a:lnT>
                      <a:noFill/>
                    </a:lnT>
                    <a:lnB>
                      <a:noFill/>
                    </a:lnB>
                    <a:noFill/>
                  </a:tcPr>
                </a:tc>
                <a:extLst>
                  <a:ext uri="{0D108BD9-81ED-4DB2-BD59-A6C34878D82A}">
                    <a16:rowId xmlns:a16="http://schemas.microsoft.com/office/drawing/2014/main" val="1509014471"/>
                  </a:ext>
                </a:extLst>
              </a:tr>
              <a:tr h="512810">
                <a:tc>
                  <a:txBody>
                    <a:bodyPr/>
                    <a:lstStyle/>
                    <a:p>
                      <a:pPr>
                        <a:buNone/>
                      </a:pPr>
                      <a:r>
                        <a:rPr lang="en-US" sz="1800" b="1" dirty="0"/>
                        <a:t>CMYK</a:t>
                      </a:r>
                    </a:p>
                  </a:txBody>
                  <a:tcPr marL="45057" marR="45057" marT="22529" marB="22529" anchor="ctr">
                    <a:lnL>
                      <a:noFill/>
                    </a:lnL>
                    <a:lnR>
                      <a:noFill/>
                    </a:lnR>
                    <a:lnT>
                      <a:noFill/>
                    </a:lnT>
                    <a:lnB>
                      <a:noFill/>
                    </a:lnB>
                    <a:noFill/>
                  </a:tcPr>
                </a:tc>
                <a:tc>
                  <a:txBody>
                    <a:bodyPr/>
                    <a:lstStyle/>
                    <a:p>
                      <a:pPr>
                        <a:buNone/>
                      </a:pPr>
                      <a:r>
                        <a:rPr lang="en-US" sz="1800" b="1" dirty="0"/>
                        <a:t>Cyan, Magenta, Yellow, Black</a:t>
                      </a:r>
                    </a:p>
                  </a:txBody>
                  <a:tcPr marL="45057" marR="45057" marT="22529" marB="22529" anchor="ctr">
                    <a:lnL>
                      <a:noFill/>
                    </a:lnL>
                    <a:lnR>
                      <a:noFill/>
                    </a:lnR>
                    <a:lnT>
                      <a:noFill/>
                    </a:lnT>
                    <a:lnB>
                      <a:noFill/>
                    </a:lnB>
                    <a:noFill/>
                  </a:tcPr>
                </a:tc>
                <a:tc>
                  <a:txBody>
                    <a:bodyPr/>
                    <a:lstStyle/>
                    <a:p>
                      <a:pPr>
                        <a:buNone/>
                      </a:pPr>
                      <a:r>
                        <a:rPr lang="en-US" sz="1800" b="1"/>
                        <a:t>Printing</a:t>
                      </a:r>
                    </a:p>
                  </a:txBody>
                  <a:tcPr marL="45057" marR="45057" marT="22529" marB="22529" anchor="ctr">
                    <a:lnL>
                      <a:noFill/>
                    </a:lnL>
                    <a:lnR>
                      <a:noFill/>
                    </a:lnR>
                    <a:lnT>
                      <a:noFill/>
                    </a:lnT>
                    <a:lnB>
                      <a:noFill/>
                    </a:lnB>
                    <a:noFill/>
                  </a:tcPr>
                </a:tc>
                <a:extLst>
                  <a:ext uri="{0D108BD9-81ED-4DB2-BD59-A6C34878D82A}">
                    <a16:rowId xmlns:a16="http://schemas.microsoft.com/office/drawing/2014/main" val="1863347223"/>
                  </a:ext>
                </a:extLst>
              </a:tr>
              <a:tr h="512810">
                <a:tc>
                  <a:txBody>
                    <a:bodyPr/>
                    <a:lstStyle/>
                    <a:p>
                      <a:pPr>
                        <a:buNone/>
                      </a:pPr>
                      <a:r>
                        <a:rPr lang="en-US" sz="1800" b="1"/>
                        <a:t>HSV</a:t>
                      </a:r>
                    </a:p>
                  </a:txBody>
                  <a:tcPr marL="45057" marR="45057" marT="22529" marB="22529" anchor="ctr">
                    <a:lnL>
                      <a:noFill/>
                    </a:lnL>
                    <a:lnR>
                      <a:noFill/>
                    </a:lnR>
                    <a:lnT>
                      <a:noFill/>
                    </a:lnT>
                    <a:lnB>
                      <a:noFill/>
                    </a:lnB>
                    <a:noFill/>
                  </a:tcPr>
                </a:tc>
                <a:tc>
                  <a:txBody>
                    <a:bodyPr/>
                    <a:lstStyle/>
                    <a:p>
                      <a:pPr>
                        <a:buNone/>
                      </a:pPr>
                      <a:r>
                        <a:rPr lang="en-US" sz="1800" b="1"/>
                        <a:t>Hue, Saturation, Value</a:t>
                      </a:r>
                    </a:p>
                  </a:txBody>
                  <a:tcPr marL="45057" marR="45057" marT="22529" marB="22529" anchor="ctr">
                    <a:lnL>
                      <a:noFill/>
                    </a:lnL>
                    <a:lnR>
                      <a:noFill/>
                    </a:lnR>
                    <a:lnT>
                      <a:noFill/>
                    </a:lnT>
                    <a:lnB>
                      <a:noFill/>
                    </a:lnB>
                    <a:noFill/>
                  </a:tcPr>
                </a:tc>
                <a:tc>
                  <a:txBody>
                    <a:bodyPr/>
                    <a:lstStyle/>
                    <a:p>
                      <a:pPr>
                        <a:buNone/>
                      </a:pPr>
                      <a:r>
                        <a:rPr lang="en-US" sz="1800" b="1"/>
                        <a:t>Color selection tools</a:t>
                      </a:r>
                    </a:p>
                  </a:txBody>
                  <a:tcPr marL="45057" marR="45057" marT="22529" marB="22529" anchor="ctr">
                    <a:lnL>
                      <a:noFill/>
                    </a:lnL>
                    <a:lnR>
                      <a:noFill/>
                    </a:lnR>
                    <a:lnT>
                      <a:noFill/>
                    </a:lnT>
                    <a:lnB>
                      <a:noFill/>
                    </a:lnB>
                    <a:noFill/>
                  </a:tcPr>
                </a:tc>
                <a:extLst>
                  <a:ext uri="{0D108BD9-81ED-4DB2-BD59-A6C34878D82A}">
                    <a16:rowId xmlns:a16="http://schemas.microsoft.com/office/drawing/2014/main" val="2858034543"/>
                  </a:ext>
                </a:extLst>
              </a:tr>
              <a:tr h="650103">
                <a:tc>
                  <a:txBody>
                    <a:bodyPr/>
                    <a:lstStyle/>
                    <a:p>
                      <a:pPr>
                        <a:buNone/>
                      </a:pPr>
                      <a:r>
                        <a:rPr lang="en-US" sz="1800" b="1"/>
                        <a:t>HSL</a:t>
                      </a:r>
                    </a:p>
                  </a:txBody>
                  <a:tcPr marL="45057" marR="45057" marT="22529" marB="22529" anchor="ctr">
                    <a:lnL>
                      <a:noFill/>
                    </a:lnL>
                    <a:lnR>
                      <a:noFill/>
                    </a:lnR>
                    <a:lnT>
                      <a:noFill/>
                    </a:lnT>
                    <a:lnB>
                      <a:noFill/>
                    </a:lnB>
                    <a:noFill/>
                  </a:tcPr>
                </a:tc>
                <a:tc>
                  <a:txBody>
                    <a:bodyPr/>
                    <a:lstStyle/>
                    <a:p>
                      <a:pPr>
                        <a:buNone/>
                      </a:pPr>
                      <a:r>
                        <a:rPr lang="en-US" sz="1800" b="1" dirty="0"/>
                        <a:t>Hue, Saturation, Lightness</a:t>
                      </a:r>
                    </a:p>
                  </a:txBody>
                  <a:tcPr marL="45057" marR="45057" marT="22529" marB="22529" anchor="ctr">
                    <a:lnL>
                      <a:noFill/>
                    </a:lnL>
                    <a:lnR>
                      <a:noFill/>
                    </a:lnR>
                    <a:lnT>
                      <a:noFill/>
                    </a:lnT>
                    <a:lnB>
                      <a:noFill/>
                    </a:lnB>
                    <a:noFill/>
                  </a:tcPr>
                </a:tc>
                <a:tc>
                  <a:txBody>
                    <a:bodyPr/>
                    <a:lstStyle/>
                    <a:p>
                      <a:pPr>
                        <a:buNone/>
                      </a:pPr>
                      <a:r>
                        <a:rPr lang="en-US" sz="1800" b="1"/>
                        <a:t>Graphics editing</a:t>
                      </a:r>
                    </a:p>
                  </a:txBody>
                  <a:tcPr marL="45057" marR="45057" marT="22529" marB="22529" anchor="ctr">
                    <a:lnL>
                      <a:noFill/>
                    </a:lnL>
                    <a:lnR>
                      <a:noFill/>
                    </a:lnR>
                    <a:lnT>
                      <a:noFill/>
                    </a:lnT>
                    <a:lnB>
                      <a:noFill/>
                    </a:lnB>
                    <a:noFill/>
                  </a:tcPr>
                </a:tc>
                <a:extLst>
                  <a:ext uri="{0D108BD9-81ED-4DB2-BD59-A6C34878D82A}">
                    <a16:rowId xmlns:a16="http://schemas.microsoft.com/office/drawing/2014/main" val="3703802974"/>
                  </a:ext>
                </a:extLst>
              </a:tr>
              <a:tr h="898816">
                <a:tc>
                  <a:txBody>
                    <a:bodyPr/>
                    <a:lstStyle/>
                    <a:p>
                      <a:pPr>
                        <a:buNone/>
                      </a:pPr>
                      <a:r>
                        <a:rPr lang="en-US" sz="1800" b="1"/>
                        <a:t>YCbCr</a:t>
                      </a:r>
                    </a:p>
                  </a:txBody>
                  <a:tcPr marL="45057" marR="45057" marT="22529" marB="22529" anchor="ctr">
                    <a:lnL>
                      <a:noFill/>
                    </a:lnL>
                    <a:lnR>
                      <a:noFill/>
                    </a:lnR>
                    <a:lnT>
                      <a:noFill/>
                    </a:lnT>
                    <a:lnB>
                      <a:noFill/>
                    </a:lnB>
                    <a:noFill/>
                  </a:tcPr>
                </a:tc>
                <a:tc>
                  <a:txBody>
                    <a:bodyPr/>
                    <a:lstStyle/>
                    <a:p>
                      <a:pPr>
                        <a:buNone/>
                      </a:pPr>
                      <a:r>
                        <a:rPr lang="en-US" sz="1800" b="1"/>
                        <a:t>Luma (Y), Blue diff (Cb), Red diff (Cr)</a:t>
                      </a:r>
                    </a:p>
                  </a:txBody>
                  <a:tcPr marL="45057" marR="45057" marT="22529" marB="22529" anchor="ctr">
                    <a:lnL>
                      <a:noFill/>
                    </a:lnL>
                    <a:lnR>
                      <a:noFill/>
                    </a:lnR>
                    <a:lnT>
                      <a:noFill/>
                    </a:lnT>
                    <a:lnB>
                      <a:noFill/>
                    </a:lnB>
                    <a:noFill/>
                  </a:tcPr>
                </a:tc>
                <a:tc>
                  <a:txBody>
                    <a:bodyPr/>
                    <a:lstStyle/>
                    <a:p>
                      <a:pPr>
                        <a:buNone/>
                      </a:pPr>
                      <a:r>
                        <a:rPr lang="en-US" sz="1800" b="1"/>
                        <a:t>Video compression (JPEG, MPEG)</a:t>
                      </a:r>
                    </a:p>
                  </a:txBody>
                  <a:tcPr marL="45057" marR="45057" marT="22529" marB="22529" anchor="ctr">
                    <a:lnL>
                      <a:noFill/>
                    </a:lnL>
                    <a:lnR>
                      <a:noFill/>
                    </a:lnR>
                    <a:lnT>
                      <a:noFill/>
                    </a:lnT>
                    <a:lnB>
                      <a:noFill/>
                    </a:lnB>
                    <a:noFill/>
                  </a:tcPr>
                </a:tc>
                <a:extLst>
                  <a:ext uri="{0D108BD9-81ED-4DB2-BD59-A6C34878D82A}">
                    <a16:rowId xmlns:a16="http://schemas.microsoft.com/office/drawing/2014/main" val="1490255528"/>
                  </a:ext>
                </a:extLst>
              </a:tr>
              <a:tr h="898816">
                <a:tc>
                  <a:txBody>
                    <a:bodyPr/>
                    <a:lstStyle/>
                    <a:p>
                      <a:pPr>
                        <a:buNone/>
                      </a:pPr>
                      <a:r>
                        <a:rPr lang="en-US" sz="1800" b="1"/>
                        <a:t>LAB</a:t>
                      </a:r>
                    </a:p>
                  </a:txBody>
                  <a:tcPr marL="45057" marR="45057" marT="22529" marB="22529" anchor="ctr">
                    <a:lnL>
                      <a:noFill/>
                    </a:lnL>
                    <a:lnR>
                      <a:noFill/>
                    </a:lnR>
                    <a:lnT>
                      <a:noFill/>
                    </a:lnT>
                    <a:lnB>
                      <a:noFill/>
                    </a:lnB>
                    <a:noFill/>
                  </a:tcPr>
                </a:tc>
                <a:tc>
                  <a:txBody>
                    <a:bodyPr/>
                    <a:lstStyle/>
                    <a:p>
                      <a:pPr>
                        <a:buNone/>
                      </a:pPr>
                      <a:r>
                        <a:rPr lang="en-US" sz="1800" b="1"/>
                        <a:t>Lightness (L), A (green–red), B (blue–yellow)</a:t>
                      </a:r>
                    </a:p>
                  </a:txBody>
                  <a:tcPr marL="45057" marR="45057" marT="22529" marB="22529" anchor="ctr">
                    <a:lnL>
                      <a:noFill/>
                    </a:lnL>
                    <a:lnR>
                      <a:noFill/>
                    </a:lnR>
                    <a:lnT>
                      <a:noFill/>
                    </a:lnT>
                    <a:lnB>
                      <a:noFill/>
                    </a:lnB>
                    <a:noFill/>
                  </a:tcPr>
                </a:tc>
                <a:tc>
                  <a:txBody>
                    <a:bodyPr/>
                    <a:lstStyle/>
                    <a:p>
                      <a:pPr>
                        <a:buNone/>
                      </a:pPr>
                      <a:r>
                        <a:rPr lang="en-US" sz="1800" b="1" dirty="0"/>
                        <a:t>Color correction, device-independent color</a:t>
                      </a:r>
                    </a:p>
                  </a:txBody>
                  <a:tcPr marL="45057" marR="45057" marT="22529" marB="22529" anchor="ctr">
                    <a:lnL>
                      <a:noFill/>
                    </a:lnL>
                    <a:lnR>
                      <a:noFill/>
                    </a:lnR>
                    <a:lnT>
                      <a:noFill/>
                    </a:lnT>
                    <a:lnB>
                      <a:noFill/>
                    </a:lnB>
                    <a:noFill/>
                  </a:tcPr>
                </a:tc>
                <a:extLst>
                  <a:ext uri="{0D108BD9-81ED-4DB2-BD59-A6C34878D82A}">
                    <a16:rowId xmlns:a16="http://schemas.microsoft.com/office/drawing/2014/main" val="853704759"/>
                  </a:ext>
                </a:extLst>
              </a:tr>
            </a:tbl>
          </a:graphicData>
        </a:graphic>
      </p:graphicFrame>
    </p:spTree>
    <p:extLst>
      <p:ext uri="{BB962C8B-B14F-4D97-AF65-F5344CB8AC3E}">
        <p14:creationId xmlns:p14="http://schemas.microsoft.com/office/powerpoint/2010/main" val="2850575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B0290-6011-AD82-370C-24AEDA489B3B}"/>
              </a:ext>
            </a:extLst>
          </p:cNvPr>
          <p:cNvSpPr>
            <a:spLocks noGrp="1"/>
          </p:cNvSpPr>
          <p:nvPr>
            <p:ph type="title"/>
          </p:nvPr>
        </p:nvSpPr>
        <p:spPr/>
        <p:txBody>
          <a:bodyPr/>
          <a:lstStyle/>
          <a:p>
            <a:r>
              <a:rPr lang="en-US" dirty="0"/>
              <a:t>RGB Color Model</a:t>
            </a:r>
          </a:p>
        </p:txBody>
      </p:sp>
      <p:sp>
        <p:nvSpPr>
          <p:cNvPr id="3" name="Content Placeholder 2">
            <a:extLst>
              <a:ext uri="{FF2B5EF4-FFF2-40B4-BE49-F238E27FC236}">
                <a16:creationId xmlns:a16="http://schemas.microsoft.com/office/drawing/2014/main" id="{106834F1-CB2E-6F75-8250-A0755E10C9A0}"/>
              </a:ext>
            </a:extLst>
          </p:cNvPr>
          <p:cNvSpPr>
            <a:spLocks noGrp="1"/>
          </p:cNvSpPr>
          <p:nvPr>
            <p:ph sz="half" idx="1"/>
          </p:nvPr>
        </p:nvSpPr>
        <p:spPr/>
        <p:txBody>
          <a:bodyPr/>
          <a:lstStyle/>
          <a:p>
            <a:r>
              <a:rPr lang="en-US" dirty="0"/>
              <a:t>RGB is the standard model for digital color on screens.</a:t>
            </a:r>
          </a:p>
          <a:p>
            <a:r>
              <a:rPr lang="en-US" dirty="0"/>
              <a:t>It uses light mixing (Additive), not pigment.</a:t>
            </a:r>
          </a:p>
          <a:p>
            <a:r>
              <a:rPr lang="en-US" dirty="0"/>
              <a:t>It’s stored as 3 values per pixel.</a:t>
            </a:r>
          </a:p>
          <a:p>
            <a:r>
              <a:rPr lang="en-US" dirty="0"/>
              <a:t>It’s device-dependent: colors may look different on different displays.</a:t>
            </a:r>
          </a:p>
          <a:p>
            <a:pPr marL="0" indent="0">
              <a:buNone/>
            </a:pPr>
            <a:endParaRPr lang="en-US" dirty="0"/>
          </a:p>
        </p:txBody>
      </p:sp>
      <p:pic>
        <p:nvPicPr>
          <p:cNvPr id="1028" name="Picture 4" descr="Computer Graphics | The RGB color model - GeeksforGeeks">
            <a:extLst>
              <a:ext uri="{FF2B5EF4-FFF2-40B4-BE49-F238E27FC236}">
                <a16:creationId xmlns:a16="http://schemas.microsoft.com/office/drawing/2014/main" id="{D0F2CBB3-34F2-F921-EDFD-E3DA3050EDF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1970910"/>
            <a:ext cx="5181600" cy="3603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147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D9F52-D4F1-B9D1-653F-0160AE81659B}"/>
              </a:ext>
            </a:extLst>
          </p:cNvPr>
          <p:cNvSpPr>
            <a:spLocks noGrp="1"/>
          </p:cNvSpPr>
          <p:nvPr>
            <p:ph type="title"/>
          </p:nvPr>
        </p:nvSpPr>
        <p:spPr/>
        <p:txBody>
          <a:bodyPr/>
          <a:lstStyle/>
          <a:p>
            <a:r>
              <a:rPr lang="en-US" dirty="0"/>
              <a:t>How RGB Works?</a:t>
            </a:r>
          </a:p>
        </p:txBody>
      </p:sp>
      <p:sp>
        <p:nvSpPr>
          <p:cNvPr id="5" name="Content Placeholder 4">
            <a:extLst>
              <a:ext uri="{FF2B5EF4-FFF2-40B4-BE49-F238E27FC236}">
                <a16:creationId xmlns:a16="http://schemas.microsoft.com/office/drawing/2014/main" id="{0F07DC15-B93B-F3FC-51F3-9DADDF3123F1}"/>
              </a:ext>
            </a:extLst>
          </p:cNvPr>
          <p:cNvSpPr>
            <a:spLocks noGrp="1"/>
          </p:cNvSpPr>
          <p:nvPr>
            <p:ph idx="1"/>
          </p:nvPr>
        </p:nvSpPr>
        <p:spPr/>
        <p:txBody>
          <a:bodyPr/>
          <a:lstStyle/>
          <a:p>
            <a:r>
              <a:rPr lang="en-US" dirty="0"/>
              <a:t>Colors are created by adding light of different wavelengths (intensities).</a:t>
            </a:r>
          </a:p>
          <a:p>
            <a:r>
              <a:rPr lang="en-US" dirty="0"/>
              <a:t>The more you add, the closer you get to white.</a:t>
            </a:r>
          </a:p>
          <a:p>
            <a:r>
              <a:rPr lang="en-US" dirty="0"/>
              <a:t>Each channel can make 255 colors. So total available color is 16,777,216 colors (256×256×256).</a:t>
            </a:r>
          </a:p>
          <a:p>
            <a:r>
              <a:rPr lang="en-US" dirty="0"/>
              <a:t>The computer hardware sends these values to your display.</a:t>
            </a:r>
          </a:p>
          <a:p>
            <a:r>
              <a:rPr lang="en-US" dirty="0"/>
              <a:t>The display controls the intensity of the red, green, and blue subpixels behind each pixel.</a:t>
            </a:r>
          </a:p>
          <a:p>
            <a:r>
              <a:rPr lang="en-US" dirty="0"/>
              <a:t>These colored lights mix and produce the final visible color.</a:t>
            </a:r>
          </a:p>
          <a:p>
            <a:endParaRPr lang="en-US" dirty="0"/>
          </a:p>
        </p:txBody>
      </p:sp>
    </p:spTree>
    <p:extLst>
      <p:ext uri="{BB962C8B-B14F-4D97-AF65-F5344CB8AC3E}">
        <p14:creationId xmlns:p14="http://schemas.microsoft.com/office/powerpoint/2010/main" val="3309141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80B8-C338-D140-0983-1C28010B9F85}"/>
              </a:ext>
            </a:extLst>
          </p:cNvPr>
          <p:cNvSpPr>
            <a:spLocks noGrp="1"/>
          </p:cNvSpPr>
          <p:nvPr>
            <p:ph type="title"/>
          </p:nvPr>
        </p:nvSpPr>
        <p:spPr/>
        <p:txBody>
          <a:bodyPr/>
          <a:lstStyle/>
          <a:p>
            <a:r>
              <a:rPr lang="en-US" dirty="0"/>
              <a:t>CMYK Color Model</a:t>
            </a:r>
          </a:p>
        </p:txBody>
      </p:sp>
      <p:sp>
        <p:nvSpPr>
          <p:cNvPr id="3" name="Content Placeholder 2">
            <a:extLst>
              <a:ext uri="{FF2B5EF4-FFF2-40B4-BE49-F238E27FC236}">
                <a16:creationId xmlns:a16="http://schemas.microsoft.com/office/drawing/2014/main" id="{49311C9E-D915-3B46-2DA2-47326598BAEE}"/>
              </a:ext>
            </a:extLst>
          </p:cNvPr>
          <p:cNvSpPr>
            <a:spLocks noGrp="1"/>
          </p:cNvSpPr>
          <p:nvPr>
            <p:ph sz="half" idx="1"/>
          </p:nvPr>
        </p:nvSpPr>
        <p:spPr/>
        <p:txBody>
          <a:bodyPr>
            <a:normAutofit lnSpcReduction="10000"/>
          </a:bodyPr>
          <a:lstStyle/>
          <a:p>
            <a:r>
              <a:rPr lang="en-US" dirty="0"/>
              <a:t>CMYK (Cyan, Magenta, Yellow, Black) is a subtractive color model.</a:t>
            </a:r>
          </a:p>
          <a:p>
            <a:r>
              <a:rPr lang="en-US" dirty="0"/>
              <a:t>Used in color printing (e.g., magazines, brochures, packaging).</a:t>
            </a:r>
          </a:p>
          <a:p>
            <a:r>
              <a:rPr lang="en-US" dirty="0"/>
              <a:t>Colors are created by subtracting light (absorbing wavelengths).More ink = darker </a:t>
            </a:r>
            <a:r>
              <a:rPr lang="en-US" dirty="0" err="1"/>
              <a:t>color.No</a:t>
            </a:r>
            <a:r>
              <a:rPr lang="en-US" dirty="0"/>
              <a:t> ink = white paper reflects all light.</a:t>
            </a:r>
          </a:p>
        </p:txBody>
      </p:sp>
      <p:pic>
        <p:nvPicPr>
          <p:cNvPr id="2052" name="Picture 4" descr="CMY Color Cube, CMY Model, Assignment Help">
            <a:extLst>
              <a:ext uri="{FF2B5EF4-FFF2-40B4-BE49-F238E27FC236}">
                <a16:creationId xmlns:a16="http://schemas.microsoft.com/office/drawing/2014/main" id="{A54D06A2-210F-3DB0-948B-9B652DDC9C6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425003" y="1934144"/>
            <a:ext cx="4153480" cy="3219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16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3066E-F159-E2DE-1B38-23BF4AA1D6F9}"/>
              </a:ext>
            </a:extLst>
          </p:cNvPr>
          <p:cNvSpPr>
            <a:spLocks noGrp="1"/>
          </p:cNvSpPr>
          <p:nvPr>
            <p:ph type="title"/>
          </p:nvPr>
        </p:nvSpPr>
        <p:spPr/>
        <p:txBody>
          <a:bodyPr/>
          <a:lstStyle/>
          <a:p>
            <a:r>
              <a:rPr lang="en-US" dirty="0"/>
              <a:t>CMYK Color Model</a:t>
            </a:r>
          </a:p>
        </p:txBody>
      </p:sp>
      <p:sp>
        <p:nvSpPr>
          <p:cNvPr id="6" name="Text Placeholder 5">
            <a:extLst>
              <a:ext uri="{FF2B5EF4-FFF2-40B4-BE49-F238E27FC236}">
                <a16:creationId xmlns:a16="http://schemas.microsoft.com/office/drawing/2014/main" id="{CEE9CEC5-C622-571F-0417-241C3FCB0B99}"/>
              </a:ext>
            </a:extLst>
          </p:cNvPr>
          <p:cNvSpPr>
            <a:spLocks noGrp="1"/>
          </p:cNvSpPr>
          <p:nvPr>
            <p:ph type="body" idx="1"/>
          </p:nvPr>
        </p:nvSpPr>
        <p:spPr/>
        <p:txBody>
          <a:bodyPr/>
          <a:lstStyle/>
          <a:p>
            <a:r>
              <a:rPr lang="en-US" dirty="0"/>
              <a:t>K in CMYK</a:t>
            </a:r>
          </a:p>
        </p:txBody>
      </p:sp>
      <p:sp>
        <p:nvSpPr>
          <p:cNvPr id="3" name="Content Placeholder 2">
            <a:extLst>
              <a:ext uri="{FF2B5EF4-FFF2-40B4-BE49-F238E27FC236}">
                <a16:creationId xmlns:a16="http://schemas.microsoft.com/office/drawing/2014/main" id="{1D50F7FF-676B-A4BA-C0FA-510DBDB498E3}"/>
              </a:ext>
            </a:extLst>
          </p:cNvPr>
          <p:cNvSpPr>
            <a:spLocks noGrp="1"/>
          </p:cNvSpPr>
          <p:nvPr>
            <p:ph sz="half" idx="2"/>
          </p:nvPr>
        </p:nvSpPr>
        <p:spPr/>
        <p:txBody>
          <a:bodyPr/>
          <a:lstStyle/>
          <a:p>
            <a:r>
              <a:rPr lang="en-US" dirty="0"/>
              <a:t>Mixing 100% of cyan + magenta + yellow does not make a pure deep black (it makes a muddy dark brown).</a:t>
            </a:r>
          </a:p>
          <a:p>
            <a:r>
              <a:rPr lang="en-US" dirty="0"/>
              <a:t>Adding black ink (K) creates better shadows and text.</a:t>
            </a:r>
          </a:p>
          <a:p>
            <a:r>
              <a:rPr lang="en-US" dirty="0"/>
              <a:t>K also reduces ink consumption.</a:t>
            </a:r>
          </a:p>
        </p:txBody>
      </p:sp>
      <p:sp>
        <p:nvSpPr>
          <p:cNvPr id="7" name="Text Placeholder 6">
            <a:extLst>
              <a:ext uri="{FF2B5EF4-FFF2-40B4-BE49-F238E27FC236}">
                <a16:creationId xmlns:a16="http://schemas.microsoft.com/office/drawing/2014/main" id="{0E34687F-1B15-4EF1-06FA-5E99CA93534B}"/>
              </a:ext>
            </a:extLst>
          </p:cNvPr>
          <p:cNvSpPr>
            <a:spLocks noGrp="1"/>
          </p:cNvSpPr>
          <p:nvPr>
            <p:ph type="body" sz="quarter" idx="3"/>
          </p:nvPr>
        </p:nvSpPr>
        <p:spPr/>
        <p:txBody>
          <a:bodyPr/>
          <a:lstStyle/>
          <a:p>
            <a:r>
              <a:rPr lang="en-US" dirty="0"/>
              <a:t>RGB from CMYK</a:t>
            </a:r>
          </a:p>
        </p:txBody>
      </p:sp>
      <p:sp>
        <p:nvSpPr>
          <p:cNvPr id="8" name="Content Placeholder 7">
            <a:extLst>
              <a:ext uri="{FF2B5EF4-FFF2-40B4-BE49-F238E27FC236}">
                <a16:creationId xmlns:a16="http://schemas.microsoft.com/office/drawing/2014/main" id="{F6A6DEA7-30F5-606F-1477-49140B758E05}"/>
              </a:ext>
            </a:extLst>
          </p:cNvPr>
          <p:cNvSpPr>
            <a:spLocks noGrp="1"/>
          </p:cNvSpPr>
          <p:nvPr>
            <p:ph sz="quarter" idx="4"/>
          </p:nvPr>
        </p:nvSpPr>
        <p:spPr/>
        <p:txBody>
          <a:bodyPr/>
          <a:lstStyle/>
          <a:p>
            <a:r>
              <a:rPr lang="en-US" dirty="0"/>
              <a:t>Cyan + Magenta = Blue </a:t>
            </a:r>
          </a:p>
          <a:p>
            <a:r>
              <a:rPr lang="en-US" dirty="0"/>
              <a:t>Cyan + Yellow = Green</a:t>
            </a:r>
          </a:p>
          <a:p>
            <a:r>
              <a:rPr lang="en-US" dirty="0"/>
              <a:t>Magenta + Yellow = Red</a:t>
            </a:r>
          </a:p>
          <a:p>
            <a:r>
              <a:rPr lang="en-US" dirty="0"/>
              <a:t>All three together + K = Deep Black</a:t>
            </a:r>
          </a:p>
        </p:txBody>
      </p:sp>
    </p:spTree>
    <p:extLst>
      <p:ext uri="{BB962C8B-B14F-4D97-AF65-F5344CB8AC3E}">
        <p14:creationId xmlns:p14="http://schemas.microsoft.com/office/powerpoint/2010/main" val="3593391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3D0D-4911-EA7E-43DB-974D76BC5EA4}"/>
              </a:ext>
            </a:extLst>
          </p:cNvPr>
          <p:cNvSpPr>
            <a:spLocks noGrp="1"/>
          </p:cNvSpPr>
          <p:nvPr>
            <p:ph type="title"/>
          </p:nvPr>
        </p:nvSpPr>
        <p:spPr/>
        <p:txBody>
          <a:bodyPr/>
          <a:lstStyle/>
          <a:p>
            <a:r>
              <a:rPr lang="en-US" dirty="0"/>
              <a:t>How CYMK Works?</a:t>
            </a:r>
          </a:p>
        </p:txBody>
      </p:sp>
      <p:sp>
        <p:nvSpPr>
          <p:cNvPr id="5" name="Content Placeholder 4">
            <a:extLst>
              <a:ext uri="{FF2B5EF4-FFF2-40B4-BE49-F238E27FC236}">
                <a16:creationId xmlns:a16="http://schemas.microsoft.com/office/drawing/2014/main" id="{9FB3961C-2CE6-1B42-33E7-D99399218209}"/>
              </a:ext>
            </a:extLst>
          </p:cNvPr>
          <p:cNvSpPr>
            <a:spLocks noGrp="1"/>
          </p:cNvSpPr>
          <p:nvPr>
            <p:ph idx="1"/>
          </p:nvPr>
        </p:nvSpPr>
        <p:spPr/>
        <p:txBody>
          <a:bodyPr/>
          <a:lstStyle/>
          <a:p>
            <a:r>
              <a:rPr lang="en-US" dirty="0"/>
              <a:t>In CMYK, adding inks makes things darker (more light absorbed). For example: Cyan ink absorbs red light. Magenta ink absorbs green light. Yellow ink absorbs blue light.</a:t>
            </a:r>
          </a:p>
          <a:p>
            <a:r>
              <a:rPr lang="en-US" dirty="0"/>
              <a:t>Start with white (plain paper).</a:t>
            </a:r>
          </a:p>
          <a:p>
            <a:r>
              <a:rPr lang="en-US" dirty="0"/>
              <a:t>Each ink layer absorbs some part of the light.</a:t>
            </a:r>
          </a:p>
          <a:p>
            <a:r>
              <a:rPr lang="en-US" dirty="0"/>
              <a:t>Combining inks absorbs more wavelengths, producing darker colors.</a:t>
            </a:r>
          </a:p>
          <a:p>
            <a:r>
              <a:rPr lang="en-US" dirty="0"/>
              <a:t>Representation:</a:t>
            </a:r>
          </a:p>
          <a:p>
            <a:pPr marL="0" indent="0">
              <a:buNone/>
            </a:pPr>
            <a:r>
              <a:rPr lang="en-US" dirty="0"/>
              <a:t>[Cyan %] [Magenta %] [Yellow %] [Black %]</a:t>
            </a:r>
          </a:p>
        </p:txBody>
      </p:sp>
    </p:spTree>
    <p:extLst>
      <p:ext uri="{BB962C8B-B14F-4D97-AF65-F5344CB8AC3E}">
        <p14:creationId xmlns:p14="http://schemas.microsoft.com/office/powerpoint/2010/main" val="3580879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A45AC-1E16-16B9-2A4D-9AE928826F41}"/>
              </a:ext>
            </a:extLst>
          </p:cNvPr>
          <p:cNvSpPr>
            <a:spLocks noGrp="1"/>
          </p:cNvSpPr>
          <p:nvPr>
            <p:ph type="title"/>
          </p:nvPr>
        </p:nvSpPr>
        <p:spPr/>
        <p:txBody>
          <a:bodyPr/>
          <a:lstStyle/>
          <a:p>
            <a:r>
              <a:rPr lang="en-US" dirty="0"/>
              <a:t>RGB to CMYK Conversion</a:t>
            </a:r>
          </a:p>
        </p:txBody>
      </p:sp>
      <p:sp>
        <p:nvSpPr>
          <p:cNvPr id="3" name="Content Placeholder 2">
            <a:extLst>
              <a:ext uri="{FF2B5EF4-FFF2-40B4-BE49-F238E27FC236}">
                <a16:creationId xmlns:a16="http://schemas.microsoft.com/office/drawing/2014/main" id="{28758379-3335-88F3-EDCD-62105926D775}"/>
              </a:ext>
            </a:extLst>
          </p:cNvPr>
          <p:cNvSpPr>
            <a:spLocks noGrp="1"/>
          </p:cNvSpPr>
          <p:nvPr>
            <p:ph idx="1"/>
          </p:nvPr>
        </p:nvSpPr>
        <p:spPr/>
        <p:txBody>
          <a:bodyPr>
            <a:normAutofit fontScale="92500" lnSpcReduction="10000"/>
          </a:bodyPr>
          <a:lstStyle/>
          <a:p>
            <a:r>
              <a:rPr lang="en-US" dirty="0"/>
              <a:t>Normalize RGB (0-1)</a:t>
            </a:r>
          </a:p>
          <a:p>
            <a:pPr marL="457200" lvl="1" indent="0">
              <a:buNone/>
            </a:pPr>
            <a:r>
              <a:rPr lang="pt-BR" dirty="0"/>
              <a:t>R' = R / 255</a:t>
            </a:r>
          </a:p>
          <a:p>
            <a:pPr marL="457200" lvl="1" indent="0">
              <a:buNone/>
            </a:pPr>
            <a:r>
              <a:rPr lang="pt-BR" dirty="0"/>
              <a:t>G' = G / 255</a:t>
            </a:r>
          </a:p>
          <a:p>
            <a:pPr marL="457200" lvl="1" indent="0">
              <a:buNone/>
            </a:pPr>
            <a:r>
              <a:rPr lang="pt-BR" dirty="0"/>
              <a:t>B' = B / 255</a:t>
            </a:r>
          </a:p>
          <a:p>
            <a:r>
              <a:rPr lang="en-US" dirty="0"/>
              <a:t>Compute K (black):</a:t>
            </a:r>
          </a:p>
          <a:p>
            <a:pPr marL="457200" lvl="1" indent="0">
              <a:buNone/>
            </a:pPr>
            <a:r>
              <a:rPr lang="en-US" dirty="0"/>
              <a:t>K = 1 − max(R', G', B')Compute C, M, Y:x(R', G', B’)</a:t>
            </a:r>
          </a:p>
          <a:p>
            <a:pPr marL="457200" lvl="1" indent="0">
              <a:buNone/>
            </a:pPr>
            <a:r>
              <a:rPr lang="en-US" b="1" dirty="0"/>
              <a:t>if</a:t>
            </a:r>
            <a:r>
              <a:rPr lang="en-US" dirty="0"/>
              <a:t>,</a:t>
            </a:r>
          </a:p>
          <a:p>
            <a:pPr marL="457200" lvl="1" indent="0">
              <a:buNone/>
            </a:pPr>
            <a:r>
              <a:rPr lang="en-US" dirty="0"/>
              <a:t>K == 1 (pure black), then: C=0, M=0, Y=0</a:t>
            </a:r>
          </a:p>
          <a:p>
            <a:pPr marL="457200" lvl="1" indent="0">
              <a:buNone/>
            </a:pPr>
            <a:r>
              <a:rPr lang="en-US" b="1" dirty="0"/>
              <a:t>Otherwise,</a:t>
            </a:r>
          </a:p>
          <a:p>
            <a:pPr marL="457200" lvl="1" indent="0">
              <a:buNone/>
            </a:pPr>
            <a:r>
              <a:rPr lang="en-US" dirty="0"/>
              <a:t>C = (1 − R' − K) / (1 − K)</a:t>
            </a:r>
          </a:p>
          <a:p>
            <a:pPr marL="457200" lvl="1" indent="0">
              <a:buNone/>
            </a:pPr>
            <a:r>
              <a:rPr lang="en-US" dirty="0"/>
              <a:t>M = (1 − G' − K) / (1 − K)</a:t>
            </a:r>
          </a:p>
          <a:p>
            <a:pPr marL="457200" lvl="1" indent="0">
              <a:buNone/>
            </a:pPr>
            <a:r>
              <a:rPr lang="en-US" dirty="0"/>
              <a:t>Y = (1 − B' − K) / (1 − K)</a:t>
            </a:r>
          </a:p>
        </p:txBody>
      </p:sp>
    </p:spTree>
    <p:extLst>
      <p:ext uri="{BB962C8B-B14F-4D97-AF65-F5344CB8AC3E}">
        <p14:creationId xmlns:p14="http://schemas.microsoft.com/office/powerpoint/2010/main" val="4137420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5AB4F-740E-54A2-17F4-089C47EC946E}"/>
              </a:ext>
            </a:extLst>
          </p:cNvPr>
          <p:cNvSpPr>
            <a:spLocks noGrp="1"/>
          </p:cNvSpPr>
          <p:nvPr>
            <p:ph type="title"/>
          </p:nvPr>
        </p:nvSpPr>
        <p:spPr/>
        <p:txBody>
          <a:bodyPr/>
          <a:lstStyle/>
          <a:p>
            <a:r>
              <a:rPr lang="en-US" dirty="0"/>
              <a:t>RGB to CMYK Conversion (Example)</a:t>
            </a:r>
          </a:p>
        </p:txBody>
      </p:sp>
      <p:sp>
        <p:nvSpPr>
          <p:cNvPr id="3" name="Content Placeholder 2">
            <a:extLst>
              <a:ext uri="{FF2B5EF4-FFF2-40B4-BE49-F238E27FC236}">
                <a16:creationId xmlns:a16="http://schemas.microsoft.com/office/drawing/2014/main" id="{40E575DE-9AA3-CE43-4EB8-F646DA3FB416}"/>
              </a:ext>
            </a:extLst>
          </p:cNvPr>
          <p:cNvSpPr>
            <a:spLocks noGrp="1"/>
          </p:cNvSpPr>
          <p:nvPr>
            <p:ph idx="1"/>
          </p:nvPr>
        </p:nvSpPr>
        <p:spPr/>
        <p:txBody>
          <a:bodyPr>
            <a:normAutofit/>
          </a:bodyPr>
          <a:lstStyle/>
          <a:p>
            <a:r>
              <a:rPr lang="en-US" dirty="0"/>
              <a:t>Yellow RGB (255,255,0)</a:t>
            </a:r>
          </a:p>
          <a:p>
            <a:pPr marL="457200" lvl="1" indent="0">
              <a:buNone/>
            </a:pPr>
            <a:r>
              <a:rPr lang="pt-BR" dirty="0"/>
              <a:t>R' = 1.0</a:t>
            </a:r>
          </a:p>
          <a:p>
            <a:pPr marL="457200" lvl="1" indent="0">
              <a:buNone/>
            </a:pPr>
            <a:r>
              <a:rPr lang="pt-BR" dirty="0"/>
              <a:t>G' = 1.0</a:t>
            </a:r>
          </a:p>
          <a:p>
            <a:pPr marL="457200" lvl="1" indent="0">
              <a:buNone/>
            </a:pPr>
            <a:r>
              <a:rPr lang="pt-BR" dirty="0"/>
              <a:t>B' = 0.0</a:t>
            </a:r>
          </a:p>
          <a:p>
            <a:pPr marL="457200" lvl="1" indent="0">
              <a:buNone/>
            </a:pPr>
            <a:r>
              <a:rPr lang="en-US" dirty="0"/>
              <a:t>K = 1 − max(1.0,1.0,0.0) = 0</a:t>
            </a:r>
          </a:p>
          <a:p>
            <a:pPr marL="457200" lvl="1" indent="0">
              <a:buNone/>
            </a:pPr>
            <a:r>
              <a:rPr lang="en-US" dirty="0"/>
              <a:t>C = (1−1−0)/(1−0) = 0</a:t>
            </a:r>
          </a:p>
          <a:p>
            <a:pPr marL="457200" lvl="1" indent="0">
              <a:buNone/>
            </a:pPr>
            <a:r>
              <a:rPr lang="en-US" dirty="0"/>
              <a:t>M = (1−1−0)/(1−0) = 0</a:t>
            </a:r>
          </a:p>
          <a:p>
            <a:pPr marL="457200" lvl="1" indent="0">
              <a:buNone/>
            </a:pPr>
            <a:r>
              <a:rPr lang="en-US" dirty="0"/>
              <a:t>Y = (1−0−0)/(1−0) = 1</a:t>
            </a:r>
          </a:p>
          <a:p>
            <a:pPr marL="457200" lvl="1" indent="0">
              <a:buNone/>
            </a:pPr>
            <a:r>
              <a:rPr lang="es-ES" b="1" dirty="0"/>
              <a:t>C=0, M=0, Y=1, K=0</a:t>
            </a:r>
            <a:endParaRPr lang="en-US" b="1" dirty="0"/>
          </a:p>
        </p:txBody>
      </p:sp>
    </p:spTree>
    <p:extLst>
      <p:ext uri="{BB962C8B-B14F-4D97-AF65-F5344CB8AC3E}">
        <p14:creationId xmlns:p14="http://schemas.microsoft.com/office/powerpoint/2010/main" val="3004873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9D1E4-12FD-6EDD-ECD8-D9CCEDF976ED}"/>
              </a:ext>
            </a:extLst>
          </p:cNvPr>
          <p:cNvSpPr>
            <a:spLocks noGrp="1"/>
          </p:cNvSpPr>
          <p:nvPr>
            <p:ph type="title"/>
          </p:nvPr>
        </p:nvSpPr>
        <p:spPr/>
        <p:txBody>
          <a:bodyPr/>
          <a:lstStyle/>
          <a:p>
            <a:r>
              <a:rPr lang="en-US" dirty="0"/>
              <a:t>CMYK to RGB Conversion</a:t>
            </a:r>
          </a:p>
        </p:txBody>
      </p:sp>
      <p:sp>
        <p:nvSpPr>
          <p:cNvPr id="4" name="Content Placeholder 3">
            <a:extLst>
              <a:ext uri="{FF2B5EF4-FFF2-40B4-BE49-F238E27FC236}">
                <a16:creationId xmlns:a16="http://schemas.microsoft.com/office/drawing/2014/main" id="{7CD426EF-2EA8-7501-0D10-D5F7F44650BE}"/>
              </a:ext>
            </a:extLst>
          </p:cNvPr>
          <p:cNvSpPr>
            <a:spLocks noGrp="1"/>
          </p:cNvSpPr>
          <p:nvPr>
            <p:ph idx="1"/>
          </p:nvPr>
        </p:nvSpPr>
        <p:spPr>
          <a:xfrm>
            <a:off x="838200" y="1825625"/>
            <a:ext cx="10515600" cy="4351338"/>
          </a:xfrm>
          <a:prstGeom prst="rect">
            <a:avLst/>
          </a:prstGeom>
        </p:spPr>
        <p:txBody>
          <a:bodyPr wrap="square">
            <a:spAutoFit/>
          </a:bodyPr>
          <a:lstStyle/>
          <a:p>
            <a:pPr marL="576072" indent="-457200">
              <a:buFont typeface="Wingdings" panose="05000000000000000000" pitchFamily="2" charset="2"/>
              <a:buChar char="q"/>
            </a:pPr>
            <a:r>
              <a:rPr lang="en-US" sz="2800" dirty="0"/>
              <a:t>R = (1 - C) * 255.0,</a:t>
            </a:r>
          </a:p>
          <a:p>
            <a:pPr marL="576072" indent="-457200">
              <a:buFont typeface="Wingdings" panose="05000000000000000000" pitchFamily="2" charset="2"/>
              <a:buChar char="q"/>
            </a:pPr>
            <a:endParaRPr lang="en-US" sz="2800" dirty="0"/>
          </a:p>
          <a:p>
            <a:pPr marL="576072" indent="-457200">
              <a:buFont typeface="Wingdings" panose="05000000000000000000" pitchFamily="2" charset="2"/>
              <a:buChar char="q"/>
            </a:pPr>
            <a:r>
              <a:rPr lang="en-US" sz="2800" dirty="0"/>
              <a:t>G = (1 - M) * 255.0,</a:t>
            </a:r>
          </a:p>
          <a:p>
            <a:pPr marL="576072" indent="-457200">
              <a:buFont typeface="Wingdings" panose="05000000000000000000" pitchFamily="2" charset="2"/>
              <a:buChar char="q"/>
            </a:pPr>
            <a:endParaRPr lang="en-US" sz="2800" dirty="0"/>
          </a:p>
          <a:p>
            <a:pPr marL="576072" indent="-457200">
              <a:buFont typeface="Wingdings" panose="05000000000000000000" pitchFamily="2" charset="2"/>
              <a:buChar char="q"/>
            </a:pPr>
            <a:r>
              <a:rPr lang="en-US" sz="2800" dirty="0"/>
              <a:t>B = (1 - Y) * 255.0</a:t>
            </a:r>
          </a:p>
        </p:txBody>
      </p:sp>
    </p:spTree>
    <p:extLst>
      <p:ext uri="{BB962C8B-B14F-4D97-AF65-F5344CB8AC3E}">
        <p14:creationId xmlns:p14="http://schemas.microsoft.com/office/powerpoint/2010/main" val="4269316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63BC1-B439-FA96-EB37-68283FDC6E57}"/>
              </a:ext>
            </a:extLst>
          </p:cNvPr>
          <p:cNvSpPr>
            <a:spLocks noGrp="1"/>
          </p:cNvSpPr>
          <p:nvPr>
            <p:ph type="title"/>
          </p:nvPr>
        </p:nvSpPr>
        <p:spPr/>
        <p:txBody>
          <a:bodyPr/>
          <a:lstStyle/>
          <a:p>
            <a:r>
              <a:rPr lang="en-US" dirty="0"/>
              <a:t>CMYK to RGB Conversion (Example)</a:t>
            </a:r>
          </a:p>
        </p:txBody>
      </p:sp>
      <p:sp>
        <p:nvSpPr>
          <p:cNvPr id="3" name="Content Placeholder 2">
            <a:extLst>
              <a:ext uri="{FF2B5EF4-FFF2-40B4-BE49-F238E27FC236}">
                <a16:creationId xmlns:a16="http://schemas.microsoft.com/office/drawing/2014/main" id="{C1BC8C5F-4714-B9C7-E004-C0C46DFFA67C}"/>
              </a:ext>
            </a:extLst>
          </p:cNvPr>
          <p:cNvSpPr>
            <a:spLocks noGrp="1"/>
          </p:cNvSpPr>
          <p:nvPr>
            <p:ph idx="1"/>
          </p:nvPr>
        </p:nvSpPr>
        <p:spPr/>
        <p:txBody>
          <a:bodyPr/>
          <a:lstStyle/>
          <a:p>
            <a:r>
              <a:rPr lang="es-ES" dirty="0"/>
              <a:t>C = 0.5, M=0.5, Y=0.5</a:t>
            </a:r>
          </a:p>
          <a:p>
            <a:pPr marL="0" indent="0">
              <a:buNone/>
            </a:pPr>
            <a:endParaRPr lang="es-ES" dirty="0"/>
          </a:p>
          <a:p>
            <a:pPr marL="457200" lvl="1" indent="0">
              <a:buNone/>
            </a:pPr>
            <a:r>
              <a:rPr lang="en-US" sz="2800" dirty="0"/>
              <a:t>R = (1−0.5) ∗ 255 = 127.5 ≈ 128</a:t>
            </a:r>
          </a:p>
          <a:p>
            <a:pPr marL="457200" lvl="1" indent="0">
              <a:buNone/>
            </a:pPr>
            <a:r>
              <a:rPr lang="en-US" sz="2800" dirty="0"/>
              <a:t>G = (1−0.5) ∗ 255 = 128</a:t>
            </a:r>
          </a:p>
          <a:p>
            <a:pPr marL="457200" lvl="1" indent="0">
              <a:buNone/>
            </a:pPr>
            <a:r>
              <a:rPr lang="en-US" sz="2800" dirty="0"/>
              <a:t>B= (1−0.5) * 255 =128</a:t>
            </a:r>
            <a:endParaRPr lang="en-US" dirty="0"/>
          </a:p>
        </p:txBody>
      </p:sp>
    </p:spTree>
    <p:extLst>
      <p:ext uri="{BB962C8B-B14F-4D97-AF65-F5344CB8AC3E}">
        <p14:creationId xmlns:p14="http://schemas.microsoft.com/office/powerpoint/2010/main" val="22645643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BF6DC-EB9B-3127-EEF0-D61C23DFCA8E}"/>
              </a:ext>
            </a:extLst>
          </p:cNvPr>
          <p:cNvSpPr>
            <a:spLocks noGrp="1"/>
          </p:cNvSpPr>
          <p:nvPr>
            <p:ph type="title"/>
          </p:nvPr>
        </p:nvSpPr>
        <p:spPr/>
        <p:txBody>
          <a:bodyPr/>
          <a:lstStyle/>
          <a:p>
            <a:r>
              <a:rPr lang="en-US"/>
              <a:t>Bit Depth</a:t>
            </a:r>
            <a:endParaRPr lang="en-US" dirty="0"/>
          </a:p>
        </p:txBody>
      </p:sp>
      <p:sp>
        <p:nvSpPr>
          <p:cNvPr id="3" name="Content Placeholder 2">
            <a:extLst>
              <a:ext uri="{FF2B5EF4-FFF2-40B4-BE49-F238E27FC236}">
                <a16:creationId xmlns:a16="http://schemas.microsoft.com/office/drawing/2014/main" id="{012C16F5-6AC8-A0CB-7D3E-09F7DEC4519B}"/>
              </a:ext>
            </a:extLst>
          </p:cNvPr>
          <p:cNvSpPr>
            <a:spLocks noGrp="1"/>
          </p:cNvSpPr>
          <p:nvPr>
            <p:ph sz="half" idx="1"/>
          </p:nvPr>
        </p:nvSpPr>
        <p:spPr/>
        <p:txBody>
          <a:bodyPr>
            <a:normAutofit fontScale="70000" lnSpcReduction="20000"/>
          </a:bodyPr>
          <a:lstStyle/>
          <a:p>
            <a:r>
              <a:rPr lang="en-US" b="1" dirty="0"/>
              <a:t>Bit depth</a:t>
            </a:r>
            <a:r>
              <a:rPr lang="en-US" dirty="0"/>
              <a:t> is the number of bits used to represent the color (or brightness) information of a single pixel </a:t>
            </a:r>
            <a:r>
              <a:rPr lang="en-US" b="1" dirty="0"/>
              <a:t>channel</a:t>
            </a:r>
            <a:r>
              <a:rPr lang="en-US" dirty="0"/>
              <a:t> in an image.</a:t>
            </a:r>
          </a:p>
          <a:p>
            <a:r>
              <a:rPr lang="en-US" dirty="0"/>
              <a:t>It tells you </a:t>
            </a:r>
            <a:r>
              <a:rPr lang="en-US" b="1" dirty="0"/>
              <a:t>how many different values</a:t>
            </a:r>
            <a:r>
              <a:rPr lang="en-US" dirty="0"/>
              <a:t> you can store for each component.</a:t>
            </a:r>
          </a:p>
          <a:p>
            <a:r>
              <a:rPr lang="en-US" dirty="0"/>
              <a:t>The </a:t>
            </a:r>
            <a:r>
              <a:rPr lang="en-US" b="1" dirty="0"/>
              <a:t>higher the bit depth</a:t>
            </a:r>
            <a:r>
              <a:rPr lang="en-US" dirty="0"/>
              <a:t>, the more precise the color.</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9ECA498B-1F3C-C54E-86B9-9E80EA26CA62}"/>
                  </a:ext>
                </a:extLst>
              </p:cNvPr>
              <p:cNvSpPr>
                <a:spLocks noGrp="1"/>
              </p:cNvSpPr>
              <p:nvPr>
                <p:ph sz="half" idx="2"/>
              </p:nvPr>
            </p:nvSpPr>
            <p:spPr/>
            <p:txBody>
              <a:bodyPr>
                <a:normAutofit fontScale="70000" lnSpcReduction="20000"/>
              </a:bodyPr>
              <a:lstStyle/>
              <a:p>
                <a:pPr marL="0" indent="0">
                  <a:buNone/>
                </a:pPr>
                <a:r>
                  <a:rPr lang="en-US" b="1" dirty="0"/>
                  <a:t>3-bit RGB</a:t>
                </a:r>
              </a:p>
              <a:p>
                <a:pPr marL="118872" indent="0" algn="just">
                  <a:buNone/>
                </a:pPr>
                <a:r>
                  <a:rPr lang="en-US" dirty="0"/>
                  <a:t>Systems with a 3-bit RGB palette use 1 bit for each of the red, green and blue color components. That is, each component is either "on" or "off" with no intermediate states. This results in an 8-color </a:t>
                </a:r>
                <a:r>
                  <a:rPr lang="en-US" b="1" dirty="0"/>
                  <a:t> ((2</a:t>
                </a:r>
                <a:r>
                  <a:rPr lang="en-US" b="1" baseline="30000" dirty="0"/>
                  <a:t>1</a:t>
                </a:r>
                <a:r>
                  <a:rPr lang="en-US" b="1" dirty="0"/>
                  <a:t>)</a:t>
                </a:r>
                <a:r>
                  <a:rPr lang="en-US" b="1" baseline="30000" dirty="0"/>
                  <a:t>3</a:t>
                </a:r>
                <a:r>
                  <a:rPr lang="en-US" b="1" dirty="0"/>
                  <a:t> = 8) </a:t>
                </a:r>
                <a:r>
                  <a:rPr lang="en-US" dirty="0"/>
                  <a:t>palette</a:t>
                </a:r>
              </a:p>
              <a:p>
                <a:pPr marL="118872" indent="0" algn="just">
                  <a:buNone/>
                </a:pPr>
                <a:r>
                  <a:rPr lang="en-US" b="1" dirty="0"/>
                  <a:t>6-bit RGB</a:t>
                </a:r>
              </a:p>
              <a:p>
                <a:pPr marL="118872" indent="0" algn="just">
                  <a:buNone/>
                </a:pPr>
                <a:r>
                  <a:rPr lang="en-US" dirty="0"/>
                  <a:t>Systems with a 6-bit RGB palette use 2 bits for each of the red, green, and blue color components. This results in a </a:t>
                </a:r>
                <a:r>
                  <a:rPr lang="en-US" b="1" dirty="0"/>
                  <a:t>((2</a:t>
                </a:r>
                <a:r>
                  <a:rPr lang="en-US" b="1" baseline="30000" dirty="0"/>
                  <a:t>2</a:t>
                </a:r>
                <a:r>
                  <a:rPr lang="en-US" b="1" dirty="0"/>
                  <a:t>)</a:t>
                </a:r>
                <a:r>
                  <a:rPr lang="en-US" b="1" baseline="30000" dirty="0"/>
                  <a:t>3</a:t>
                </a:r>
                <a:r>
                  <a:rPr lang="en-US" b="1" dirty="0"/>
                  <a:t> =  64) </a:t>
                </a:r>
                <a:r>
                  <a:rPr lang="en-US" dirty="0"/>
                  <a:t> palette</a:t>
                </a:r>
              </a:p>
              <a:p>
                <a:pPr marL="118872" indent="0" algn="just">
                  <a:buNone/>
                </a:pPr>
                <a:endParaRPr lang="en-US" dirty="0"/>
              </a:p>
              <a:p>
                <a:pPr marL="118872" indent="0" algn="just">
                  <a:buNone/>
                </a:pPr>
                <a:r>
                  <a:rPr lang="en-US" dirty="0"/>
                  <a:t>General Formula: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𝑛</m:t>
                            </m:r>
                          </m:sup>
                        </m:sSup>
                        <m:r>
                          <a:rPr lang="en-US" i="1">
                            <a:latin typeface="Cambria Math" panose="02040503050406030204" pitchFamily="18" charset="0"/>
                          </a:rPr>
                          <m:t>)</m:t>
                        </m:r>
                      </m:e>
                      <m:sup>
                        <m:r>
                          <a:rPr lang="en-US" i="1">
                            <a:latin typeface="Cambria Math" panose="02040503050406030204" pitchFamily="18" charset="0"/>
                          </a:rPr>
                          <m:t>3</m:t>
                        </m:r>
                      </m:sup>
                    </m:sSup>
                  </m:oMath>
                </a14:m>
                <a:r>
                  <a:rPr lang="en-US" dirty="0"/>
                  <a:t>, where n = total number of bytes assigned for each </a:t>
                </a:r>
                <a:r>
                  <a:rPr lang="en-US"/>
                  <a:t>color channel</a:t>
                </a:r>
                <a:endParaRPr lang="en-US" dirty="0"/>
              </a:p>
              <a:p>
                <a:endParaRPr lang="en-US" dirty="0"/>
              </a:p>
            </p:txBody>
          </p:sp>
        </mc:Choice>
        <mc:Fallback>
          <p:sp>
            <p:nvSpPr>
              <p:cNvPr id="4" name="Content Placeholder 3">
                <a:extLst>
                  <a:ext uri="{FF2B5EF4-FFF2-40B4-BE49-F238E27FC236}">
                    <a16:creationId xmlns:a16="http://schemas.microsoft.com/office/drawing/2014/main" id="{9ECA498B-1F3C-C54E-86B9-9E80EA26CA62}"/>
                  </a:ext>
                </a:extLst>
              </p:cNvPr>
              <p:cNvSpPr>
                <a:spLocks noGrp="1" noRot="1" noChangeAspect="1" noMove="1" noResize="1" noEditPoints="1" noAdjustHandles="1" noChangeArrowheads="1" noChangeShapeType="1" noTextEdit="1"/>
              </p:cNvSpPr>
              <p:nvPr>
                <p:ph sz="half" idx="2"/>
              </p:nvPr>
            </p:nvSpPr>
            <p:spPr>
              <a:blipFill>
                <a:blip r:embed="rId2"/>
                <a:stretch>
                  <a:fillRect l="-1294" t="-2381" r="-1176"/>
                </a:stretch>
              </a:blipFill>
            </p:spPr>
            <p:txBody>
              <a:bodyPr/>
              <a:lstStyle/>
              <a:p>
                <a:r>
                  <a:rPr lang="en-US">
                    <a:noFill/>
                  </a:rPr>
                  <a:t> </a:t>
                </a:r>
              </a:p>
            </p:txBody>
          </p:sp>
        </mc:Fallback>
      </mc:AlternateContent>
    </p:spTree>
    <p:extLst>
      <p:ext uri="{BB962C8B-B14F-4D97-AF65-F5344CB8AC3E}">
        <p14:creationId xmlns:p14="http://schemas.microsoft.com/office/powerpoint/2010/main" val="2671598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DC609-41EE-E383-F218-7E64FB08E3AB}"/>
              </a:ext>
            </a:extLst>
          </p:cNvPr>
          <p:cNvSpPr>
            <a:spLocks noGrp="1"/>
          </p:cNvSpPr>
          <p:nvPr>
            <p:ph type="title"/>
          </p:nvPr>
        </p:nvSpPr>
        <p:spPr/>
        <p:txBody>
          <a:bodyPr/>
          <a:lstStyle/>
          <a:p>
            <a:r>
              <a:rPr lang="en-US" dirty="0"/>
              <a:t>Color Storage: Direct Coding</a:t>
            </a:r>
          </a:p>
        </p:txBody>
      </p:sp>
      <p:sp>
        <p:nvSpPr>
          <p:cNvPr id="5" name="Content Placeholder 4">
            <a:extLst>
              <a:ext uri="{FF2B5EF4-FFF2-40B4-BE49-F238E27FC236}">
                <a16:creationId xmlns:a16="http://schemas.microsoft.com/office/drawing/2014/main" id="{0E09989A-6E49-1463-A0B2-925203A31269}"/>
              </a:ext>
            </a:extLst>
          </p:cNvPr>
          <p:cNvSpPr>
            <a:spLocks noGrp="1"/>
          </p:cNvSpPr>
          <p:nvPr>
            <p:ph sz="half" idx="1"/>
          </p:nvPr>
        </p:nvSpPr>
        <p:spPr/>
        <p:txBody>
          <a:bodyPr>
            <a:normAutofit fontScale="85000" lnSpcReduction="20000"/>
          </a:bodyPr>
          <a:lstStyle/>
          <a:p>
            <a:r>
              <a:rPr lang="en-US"/>
              <a:t>Choose a Color Model</a:t>
            </a:r>
          </a:p>
          <a:p>
            <a:pPr lvl="1"/>
            <a:r>
              <a:rPr lang="en-US"/>
              <a:t>The most common is RGB (Red, Green, Blue). Other models like CMYK or Grayscale can also be used.</a:t>
            </a:r>
          </a:p>
          <a:p>
            <a:r>
              <a:rPr lang="en-US"/>
              <a:t>Assign Bit Depth</a:t>
            </a:r>
          </a:p>
          <a:p>
            <a:pPr lvl="1"/>
            <a:r>
              <a:rPr lang="en-US"/>
              <a:t>This defines how many bits are used to represent each color component.</a:t>
            </a:r>
          </a:p>
          <a:p>
            <a:r>
              <a:rPr lang="en-US"/>
              <a:t>For 24-bit RGB:</a:t>
            </a:r>
          </a:p>
          <a:p>
            <a:pPr lvl="2"/>
            <a:r>
              <a:rPr lang="en-US"/>
              <a:t>Red = 8 bits (0–255)</a:t>
            </a:r>
          </a:p>
          <a:p>
            <a:pPr lvl="2"/>
            <a:r>
              <a:rPr lang="en-US"/>
              <a:t>Green = 8 bits (0–255)</a:t>
            </a:r>
          </a:p>
          <a:p>
            <a:pPr lvl="2"/>
            <a:r>
              <a:rPr lang="en-US"/>
              <a:t>Blue = 8 bits (0–255)</a:t>
            </a:r>
          </a:p>
          <a:p>
            <a:pPr lvl="2"/>
            <a:r>
              <a:rPr lang="en-US"/>
              <a:t>Total per pixel = 24 bits = 3 bytes</a:t>
            </a:r>
          </a:p>
          <a:p>
            <a:r>
              <a:rPr lang="en-US"/>
              <a:t>Store the Color Per Pixel</a:t>
            </a:r>
          </a:p>
          <a:p>
            <a:pPr lvl="1"/>
            <a:r>
              <a:rPr lang="en-US"/>
              <a:t>Each pixel in the image grid stores actual RGB values</a:t>
            </a:r>
          </a:p>
          <a:p>
            <a:endParaRPr lang="en-US" dirty="0"/>
          </a:p>
        </p:txBody>
      </p:sp>
      <p:graphicFrame>
        <p:nvGraphicFramePr>
          <p:cNvPr id="7" name="Content Placeholder 6">
            <a:extLst>
              <a:ext uri="{FF2B5EF4-FFF2-40B4-BE49-F238E27FC236}">
                <a16:creationId xmlns:a16="http://schemas.microsoft.com/office/drawing/2014/main" id="{C83CABCE-793F-2601-2475-31798CB187E2}"/>
              </a:ext>
            </a:extLst>
          </p:cNvPr>
          <p:cNvGraphicFramePr>
            <a:graphicFrameLocks noGrp="1"/>
          </p:cNvGraphicFramePr>
          <p:nvPr>
            <p:ph sz="half" idx="2"/>
            <p:extLst>
              <p:ext uri="{D42A27DB-BD31-4B8C-83A1-F6EECF244321}">
                <p14:modId xmlns:p14="http://schemas.microsoft.com/office/powerpoint/2010/main" val="3004470548"/>
              </p:ext>
            </p:extLst>
          </p:nvPr>
        </p:nvGraphicFramePr>
        <p:xfrm>
          <a:off x="6172200" y="2492828"/>
          <a:ext cx="5181600" cy="2852055"/>
        </p:xfrm>
        <a:graphic>
          <a:graphicData uri="http://schemas.openxmlformats.org/drawingml/2006/table">
            <a:tbl>
              <a:tblPr/>
              <a:tblGrid>
                <a:gridCol w="1295400">
                  <a:extLst>
                    <a:ext uri="{9D8B030D-6E8A-4147-A177-3AD203B41FA5}">
                      <a16:colId xmlns:a16="http://schemas.microsoft.com/office/drawing/2014/main" val="3598884510"/>
                    </a:ext>
                  </a:extLst>
                </a:gridCol>
                <a:gridCol w="1295400">
                  <a:extLst>
                    <a:ext uri="{9D8B030D-6E8A-4147-A177-3AD203B41FA5}">
                      <a16:colId xmlns:a16="http://schemas.microsoft.com/office/drawing/2014/main" val="170026627"/>
                    </a:ext>
                  </a:extLst>
                </a:gridCol>
                <a:gridCol w="1295400">
                  <a:extLst>
                    <a:ext uri="{9D8B030D-6E8A-4147-A177-3AD203B41FA5}">
                      <a16:colId xmlns:a16="http://schemas.microsoft.com/office/drawing/2014/main" val="2704145215"/>
                    </a:ext>
                  </a:extLst>
                </a:gridCol>
                <a:gridCol w="1295400">
                  <a:extLst>
                    <a:ext uri="{9D8B030D-6E8A-4147-A177-3AD203B41FA5}">
                      <a16:colId xmlns:a16="http://schemas.microsoft.com/office/drawing/2014/main" val="1731131727"/>
                    </a:ext>
                  </a:extLst>
                </a:gridCol>
              </a:tblGrid>
              <a:tr h="570411">
                <a:tc>
                  <a:txBody>
                    <a:bodyPr/>
                    <a:lstStyle/>
                    <a:p>
                      <a:pPr>
                        <a:buNone/>
                      </a:pPr>
                      <a:r>
                        <a:rPr lang="en-US" sz="2000"/>
                        <a:t>Pixel</a:t>
                      </a:r>
                    </a:p>
                  </a:txBody>
                  <a:tcPr marL="45057" marR="45057" marT="22529" marB="22529" anchor="ctr">
                    <a:lnL>
                      <a:noFill/>
                    </a:lnL>
                    <a:lnR>
                      <a:noFill/>
                    </a:lnR>
                    <a:lnT>
                      <a:noFill/>
                    </a:lnT>
                    <a:lnB>
                      <a:noFill/>
                    </a:lnB>
                    <a:noFill/>
                  </a:tcPr>
                </a:tc>
                <a:tc>
                  <a:txBody>
                    <a:bodyPr/>
                    <a:lstStyle/>
                    <a:p>
                      <a:pPr>
                        <a:buNone/>
                      </a:pPr>
                      <a:r>
                        <a:rPr lang="en-US" sz="2000" dirty="0"/>
                        <a:t>R</a:t>
                      </a:r>
                    </a:p>
                  </a:txBody>
                  <a:tcPr marL="45057" marR="45057" marT="22529" marB="22529" anchor="ctr">
                    <a:lnL>
                      <a:noFill/>
                    </a:lnL>
                    <a:lnR>
                      <a:noFill/>
                    </a:lnR>
                    <a:lnT>
                      <a:noFill/>
                    </a:lnT>
                    <a:lnB>
                      <a:noFill/>
                    </a:lnB>
                    <a:noFill/>
                  </a:tcPr>
                </a:tc>
                <a:tc>
                  <a:txBody>
                    <a:bodyPr/>
                    <a:lstStyle/>
                    <a:p>
                      <a:pPr>
                        <a:buNone/>
                      </a:pPr>
                      <a:r>
                        <a:rPr lang="en-US" sz="2000"/>
                        <a:t>G</a:t>
                      </a:r>
                    </a:p>
                  </a:txBody>
                  <a:tcPr marL="45057" marR="45057" marT="22529" marB="22529" anchor="ctr">
                    <a:lnL>
                      <a:noFill/>
                    </a:lnL>
                    <a:lnR>
                      <a:noFill/>
                    </a:lnR>
                    <a:lnT>
                      <a:noFill/>
                    </a:lnT>
                    <a:lnB>
                      <a:noFill/>
                    </a:lnB>
                    <a:noFill/>
                  </a:tcPr>
                </a:tc>
                <a:tc>
                  <a:txBody>
                    <a:bodyPr/>
                    <a:lstStyle/>
                    <a:p>
                      <a:pPr>
                        <a:buNone/>
                      </a:pPr>
                      <a:r>
                        <a:rPr lang="en-US" sz="2000" dirty="0"/>
                        <a:t>B</a:t>
                      </a:r>
                    </a:p>
                  </a:txBody>
                  <a:tcPr marL="45057" marR="45057" marT="22529" marB="22529" anchor="ctr">
                    <a:lnL>
                      <a:noFill/>
                    </a:lnL>
                    <a:lnR>
                      <a:noFill/>
                    </a:lnR>
                    <a:lnT>
                      <a:noFill/>
                    </a:lnT>
                    <a:lnB>
                      <a:noFill/>
                    </a:lnB>
                    <a:noFill/>
                  </a:tcPr>
                </a:tc>
                <a:extLst>
                  <a:ext uri="{0D108BD9-81ED-4DB2-BD59-A6C34878D82A}">
                    <a16:rowId xmlns:a16="http://schemas.microsoft.com/office/drawing/2014/main" val="3151687726"/>
                  </a:ext>
                </a:extLst>
              </a:tr>
              <a:tr h="570411">
                <a:tc>
                  <a:txBody>
                    <a:bodyPr/>
                    <a:lstStyle/>
                    <a:p>
                      <a:pPr>
                        <a:buNone/>
                      </a:pPr>
                      <a:r>
                        <a:rPr lang="en-US" sz="2000"/>
                        <a:t>(0,0)</a:t>
                      </a:r>
                    </a:p>
                  </a:txBody>
                  <a:tcPr marL="45057" marR="45057" marT="22529" marB="22529" anchor="ctr">
                    <a:lnL>
                      <a:noFill/>
                    </a:lnL>
                    <a:lnR>
                      <a:noFill/>
                    </a:lnR>
                    <a:lnT>
                      <a:noFill/>
                    </a:lnT>
                    <a:lnB>
                      <a:noFill/>
                    </a:lnB>
                    <a:noFill/>
                  </a:tcPr>
                </a:tc>
                <a:tc>
                  <a:txBody>
                    <a:bodyPr/>
                    <a:lstStyle/>
                    <a:p>
                      <a:pPr>
                        <a:buNone/>
                      </a:pPr>
                      <a:r>
                        <a:rPr lang="en-US" sz="2000"/>
                        <a:t>255</a:t>
                      </a:r>
                    </a:p>
                  </a:txBody>
                  <a:tcPr marL="45057" marR="45057" marT="22529" marB="22529" anchor="ctr">
                    <a:lnL>
                      <a:noFill/>
                    </a:lnL>
                    <a:lnR>
                      <a:noFill/>
                    </a:lnR>
                    <a:lnT>
                      <a:noFill/>
                    </a:lnT>
                    <a:lnB>
                      <a:noFill/>
                    </a:lnB>
                    <a:noFill/>
                  </a:tcPr>
                </a:tc>
                <a:tc>
                  <a:txBody>
                    <a:bodyPr/>
                    <a:lstStyle/>
                    <a:p>
                      <a:pPr>
                        <a:buNone/>
                      </a:pPr>
                      <a:r>
                        <a:rPr lang="en-US" sz="2000" dirty="0"/>
                        <a:t>0</a:t>
                      </a:r>
                    </a:p>
                  </a:txBody>
                  <a:tcPr marL="45057" marR="45057" marT="22529" marB="22529" anchor="ctr">
                    <a:lnL>
                      <a:noFill/>
                    </a:lnL>
                    <a:lnR>
                      <a:noFill/>
                    </a:lnR>
                    <a:lnT>
                      <a:noFill/>
                    </a:lnT>
                    <a:lnB>
                      <a:noFill/>
                    </a:lnB>
                    <a:noFill/>
                  </a:tcPr>
                </a:tc>
                <a:tc>
                  <a:txBody>
                    <a:bodyPr/>
                    <a:lstStyle/>
                    <a:p>
                      <a:pPr>
                        <a:buNone/>
                      </a:pPr>
                      <a:r>
                        <a:rPr lang="en-US" sz="2000"/>
                        <a:t>0</a:t>
                      </a:r>
                    </a:p>
                  </a:txBody>
                  <a:tcPr marL="45057" marR="45057" marT="22529" marB="22529" anchor="ctr">
                    <a:lnL>
                      <a:noFill/>
                    </a:lnL>
                    <a:lnR>
                      <a:noFill/>
                    </a:lnR>
                    <a:lnT>
                      <a:noFill/>
                    </a:lnT>
                    <a:lnB>
                      <a:noFill/>
                    </a:lnB>
                    <a:noFill/>
                  </a:tcPr>
                </a:tc>
                <a:extLst>
                  <a:ext uri="{0D108BD9-81ED-4DB2-BD59-A6C34878D82A}">
                    <a16:rowId xmlns:a16="http://schemas.microsoft.com/office/drawing/2014/main" val="3093725616"/>
                  </a:ext>
                </a:extLst>
              </a:tr>
              <a:tr h="570411">
                <a:tc>
                  <a:txBody>
                    <a:bodyPr/>
                    <a:lstStyle/>
                    <a:p>
                      <a:pPr>
                        <a:buNone/>
                      </a:pPr>
                      <a:r>
                        <a:rPr lang="en-US" sz="2000"/>
                        <a:t>(0,1)</a:t>
                      </a:r>
                    </a:p>
                  </a:txBody>
                  <a:tcPr marL="45057" marR="45057" marT="22529" marB="22529" anchor="ctr">
                    <a:lnL>
                      <a:noFill/>
                    </a:lnL>
                    <a:lnR>
                      <a:noFill/>
                    </a:lnR>
                    <a:lnT>
                      <a:noFill/>
                    </a:lnT>
                    <a:lnB>
                      <a:noFill/>
                    </a:lnB>
                    <a:noFill/>
                  </a:tcPr>
                </a:tc>
                <a:tc>
                  <a:txBody>
                    <a:bodyPr/>
                    <a:lstStyle/>
                    <a:p>
                      <a:pPr>
                        <a:buNone/>
                      </a:pPr>
                      <a:r>
                        <a:rPr lang="en-US" sz="2000"/>
                        <a:t>0</a:t>
                      </a:r>
                    </a:p>
                  </a:txBody>
                  <a:tcPr marL="45057" marR="45057" marT="22529" marB="22529" anchor="ctr">
                    <a:lnL>
                      <a:noFill/>
                    </a:lnL>
                    <a:lnR>
                      <a:noFill/>
                    </a:lnR>
                    <a:lnT>
                      <a:noFill/>
                    </a:lnT>
                    <a:lnB>
                      <a:noFill/>
                    </a:lnB>
                    <a:noFill/>
                  </a:tcPr>
                </a:tc>
                <a:tc>
                  <a:txBody>
                    <a:bodyPr/>
                    <a:lstStyle/>
                    <a:p>
                      <a:pPr>
                        <a:buNone/>
                      </a:pPr>
                      <a:r>
                        <a:rPr lang="en-US" sz="2000"/>
                        <a:t>255</a:t>
                      </a:r>
                    </a:p>
                  </a:txBody>
                  <a:tcPr marL="45057" marR="45057" marT="22529" marB="22529" anchor="ctr">
                    <a:lnL>
                      <a:noFill/>
                    </a:lnL>
                    <a:lnR>
                      <a:noFill/>
                    </a:lnR>
                    <a:lnT>
                      <a:noFill/>
                    </a:lnT>
                    <a:lnB>
                      <a:noFill/>
                    </a:lnB>
                    <a:noFill/>
                  </a:tcPr>
                </a:tc>
                <a:tc>
                  <a:txBody>
                    <a:bodyPr/>
                    <a:lstStyle/>
                    <a:p>
                      <a:pPr>
                        <a:buNone/>
                      </a:pPr>
                      <a:r>
                        <a:rPr lang="en-US" sz="2000"/>
                        <a:t>0</a:t>
                      </a:r>
                    </a:p>
                  </a:txBody>
                  <a:tcPr marL="45057" marR="45057" marT="22529" marB="22529" anchor="ctr">
                    <a:lnL>
                      <a:noFill/>
                    </a:lnL>
                    <a:lnR>
                      <a:noFill/>
                    </a:lnR>
                    <a:lnT>
                      <a:noFill/>
                    </a:lnT>
                    <a:lnB>
                      <a:noFill/>
                    </a:lnB>
                    <a:noFill/>
                  </a:tcPr>
                </a:tc>
                <a:extLst>
                  <a:ext uri="{0D108BD9-81ED-4DB2-BD59-A6C34878D82A}">
                    <a16:rowId xmlns:a16="http://schemas.microsoft.com/office/drawing/2014/main" val="1162308286"/>
                  </a:ext>
                </a:extLst>
              </a:tr>
              <a:tr h="570411">
                <a:tc>
                  <a:txBody>
                    <a:bodyPr/>
                    <a:lstStyle/>
                    <a:p>
                      <a:pPr>
                        <a:buNone/>
                      </a:pPr>
                      <a:r>
                        <a:rPr lang="en-US" sz="2000"/>
                        <a:t>(1,0)</a:t>
                      </a:r>
                    </a:p>
                  </a:txBody>
                  <a:tcPr marL="45057" marR="45057" marT="22529" marB="22529" anchor="ctr">
                    <a:lnL>
                      <a:noFill/>
                    </a:lnL>
                    <a:lnR>
                      <a:noFill/>
                    </a:lnR>
                    <a:lnT>
                      <a:noFill/>
                    </a:lnT>
                    <a:lnB>
                      <a:noFill/>
                    </a:lnB>
                    <a:noFill/>
                  </a:tcPr>
                </a:tc>
                <a:tc>
                  <a:txBody>
                    <a:bodyPr/>
                    <a:lstStyle/>
                    <a:p>
                      <a:pPr>
                        <a:buNone/>
                      </a:pPr>
                      <a:r>
                        <a:rPr lang="en-US" sz="2000"/>
                        <a:t>0</a:t>
                      </a:r>
                    </a:p>
                  </a:txBody>
                  <a:tcPr marL="45057" marR="45057" marT="22529" marB="22529" anchor="ctr">
                    <a:lnL>
                      <a:noFill/>
                    </a:lnL>
                    <a:lnR>
                      <a:noFill/>
                    </a:lnR>
                    <a:lnT>
                      <a:noFill/>
                    </a:lnT>
                    <a:lnB>
                      <a:noFill/>
                    </a:lnB>
                    <a:noFill/>
                  </a:tcPr>
                </a:tc>
                <a:tc>
                  <a:txBody>
                    <a:bodyPr/>
                    <a:lstStyle/>
                    <a:p>
                      <a:pPr>
                        <a:buNone/>
                      </a:pPr>
                      <a:r>
                        <a:rPr lang="en-US" sz="2000"/>
                        <a:t>0</a:t>
                      </a:r>
                    </a:p>
                  </a:txBody>
                  <a:tcPr marL="45057" marR="45057" marT="22529" marB="22529" anchor="ctr">
                    <a:lnL>
                      <a:noFill/>
                    </a:lnL>
                    <a:lnR>
                      <a:noFill/>
                    </a:lnR>
                    <a:lnT>
                      <a:noFill/>
                    </a:lnT>
                    <a:lnB>
                      <a:noFill/>
                    </a:lnB>
                    <a:noFill/>
                  </a:tcPr>
                </a:tc>
                <a:tc>
                  <a:txBody>
                    <a:bodyPr/>
                    <a:lstStyle/>
                    <a:p>
                      <a:pPr>
                        <a:buNone/>
                      </a:pPr>
                      <a:r>
                        <a:rPr lang="en-US" sz="2000"/>
                        <a:t>255</a:t>
                      </a:r>
                    </a:p>
                  </a:txBody>
                  <a:tcPr marL="45057" marR="45057" marT="22529" marB="22529" anchor="ctr">
                    <a:lnL>
                      <a:noFill/>
                    </a:lnL>
                    <a:lnR>
                      <a:noFill/>
                    </a:lnR>
                    <a:lnT>
                      <a:noFill/>
                    </a:lnT>
                    <a:lnB>
                      <a:noFill/>
                    </a:lnB>
                    <a:noFill/>
                  </a:tcPr>
                </a:tc>
                <a:extLst>
                  <a:ext uri="{0D108BD9-81ED-4DB2-BD59-A6C34878D82A}">
                    <a16:rowId xmlns:a16="http://schemas.microsoft.com/office/drawing/2014/main" val="3382043560"/>
                  </a:ext>
                </a:extLst>
              </a:tr>
              <a:tr h="570411">
                <a:tc>
                  <a:txBody>
                    <a:bodyPr/>
                    <a:lstStyle/>
                    <a:p>
                      <a:pPr>
                        <a:buNone/>
                      </a:pPr>
                      <a:r>
                        <a:rPr lang="en-US" sz="2000"/>
                        <a:t>(1,1)</a:t>
                      </a:r>
                    </a:p>
                  </a:txBody>
                  <a:tcPr marL="45057" marR="45057" marT="22529" marB="22529" anchor="ctr">
                    <a:lnL>
                      <a:noFill/>
                    </a:lnL>
                    <a:lnR>
                      <a:noFill/>
                    </a:lnR>
                    <a:lnT>
                      <a:noFill/>
                    </a:lnT>
                    <a:lnB>
                      <a:noFill/>
                    </a:lnB>
                    <a:noFill/>
                  </a:tcPr>
                </a:tc>
                <a:tc>
                  <a:txBody>
                    <a:bodyPr/>
                    <a:lstStyle/>
                    <a:p>
                      <a:pPr>
                        <a:buNone/>
                      </a:pPr>
                      <a:r>
                        <a:rPr lang="en-US" sz="2000"/>
                        <a:t>255</a:t>
                      </a:r>
                    </a:p>
                  </a:txBody>
                  <a:tcPr marL="45057" marR="45057" marT="22529" marB="22529" anchor="ctr">
                    <a:lnL>
                      <a:noFill/>
                    </a:lnL>
                    <a:lnR>
                      <a:noFill/>
                    </a:lnR>
                    <a:lnT>
                      <a:noFill/>
                    </a:lnT>
                    <a:lnB>
                      <a:noFill/>
                    </a:lnB>
                    <a:noFill/>
                  </a:tcPr>
                </a:tc>
                <a:tc>
                  <a:txBody>
                    <a:bodyPr/>
                    <a:lstStyle/>
                    <a:p>
                      <a:pPr>
                        <a:buNone/>
                      </a:pPr>
                      <a:r>
                        <a:rPr lang="en-US" sz="2000"/>
                        <a:t>255</a:t>
                      </a:r>
                    </a:p>
                  </a:txBody>
                  <a:tcPr marL="45057" marR="45057" marT="22529" marB="22529" anchor="ctr">
                    <a:lnL>
                      <a:noFill/>
                    </a:lnL>
                    <a:lnR>
                      <a:noFill/>
                    </a:lnR>
                    <a:lnT>
                      <a:noFill/>
                    </a:lnT>
                    <a:lnB>
                      <a:noFill/>
                    </a:lnB>
                    <a:noFill/>
                  </a:tcPr>
                </a:tc>
                <a:tc>
                  <a:txBody>
                    <a:bodyPr/>
                    <a:lstStyle/>
                    <a:p>
                      <a:pPr>
                        <a:buNone/>
                      </a:pPr>
                      <a:r>
                        <a:rPr lang="en-US" sz="2000" dirty="0"/>
                        <a:t>0</a:t>
                      </a:r>
                    </a:p>
                  </a:txBody>
                  <a:tcPr marL="45057" marR="45057" marT="22529" marB="22529" anchor="ctr">
                    <a:lnL>
                      <a:noFill/>
                    </a:lnL>
                    <a:lnR>
                      <a:noFill/>
                    </a:lnR>
                    <a:lnT>
                      <a:noFill/>
                    </a:lnT>
                    <a:lnB>
                      <a:noFill/>
                    </a:lnB>
                    <a:noFill/>
                  </a:tcPr>
                </a:tc>
                <a:extLst>
                  <a:ext uri="{0D108BD9-81ED-4DB2-BD59-A6C34878D82A}">
                    <a16:rowId xmlns:a16="http://schemas.microsoft.com/office/drawing/2014/main" val="2866349210"/>
                  </a:ext>
                </a:extLst>
              </a:tr>
            </a:tbl>
          </a:graphicData>
        </a:graphic>
      </p:graphicFrame>
    </p:spTree>
    <p:extLst>
      <p:ext uri="{BB962C8B-B14F-4D97-AF65-F5344CB8AC3E}">
        <p14:creationId xmlns:p14="http://schemas.microsoft.com/office/powerpoint/2010/main" val="1404401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C1DFA-9E31-6419-CD7C-1760FD3428B0}"/>
              </a:ext>
            </a:extLst>
          </p:cNvPr>
          <p:cNvSpPr>
            <a:spLocks noGrp="1"/>
          </p:cNvSpPr>
          <p:nvPr>
            <p:ph type="title"/>
          </p:nvPr>
        </p:nvSpPr>
        <p:spPr/>
        <p:txBody>
          <a:bodyPr/>
          <a:lstStyle/>
          <a:p>
            <a:r>
              <a:rPr lang="en-US" dirty="0"/>
              <a:t>Color Storage: Lookup Table</a:t>
            </a:r>
          </a:p>
        </p:txBody>
      </p:sp>
      <p:sp>
        <p:nvSpPr>
          <p:cNvPr id="3" name="Content Placeholder 2">
            <a:extLst>
              <a:ext uri="{FF2B5EF4-FFF2-40B4-BE49-F238E27FC236}">
                <a16:creationId xmlns:a16="http://schemas.microsoft.com/office/drawing/2014/main" id="{0D2B219C-16B9-1DA8-A98E-B5A16D0F0A48}"/>
              </a:ext>
            </a:extLst>
          </p:cNvPr>
          <p:cNvSpPr>
            <a:spLocks noGrp="1"/>
          </p:cNvSpPr>
          <p:nvPr>
            <p:ph sz="half" idx="1"/>
          </p:nvPr>
        </p:nvSpPr>
        <p:spPr/>
        <p:txBody>
          <a:bodyPr/>
          <a:lstStyle/>
          <a:p>
            <a:r>
              <a:rPr lang="en-US" b="1" dirty="0"/>
              <a:t> </a:t>
            </a:r>
            <a:r>
              <a:rPr lang="en-US" b="1" dirty="0" err="1"/>
              <a:t>LookUp</a:t>
            </a:r>
            <a:r>
              <a:rPr lang="en-US" b="1" dirty="0"/>
              <a:t> Table</a:t>
            </a:r>
          </a:p>
          <a:p>
            <a:pPr marL="285750" indent="-285750"/>
            <a:r>
              <a:rPr lang="en-US" dirty="0">
                <a:latin typeface="Times New Roman" panose="02020603050405020304" pitchFamily="18" charset="0"/>
              </a:rPr>
              <a:t>In this approach pixel values do not code colors directly. Instead, they are addresses or indices into a table of color values.</a:t>
            </a:r>
          </a:p>
          <a:p>
            <a:pPr marL="285750" indent="-285750"/>
            <a:r>
              <a:rPr lang="en-US" dirty="0">
                <a:latin typeface="Times New Roman"/>
                <a:cs typeface="Times New Roman"/>
              </a:rPr>
              <a:t>The color of a particular pixel is determined by the color value in the table entry that the value of the pixel references.</a:t>
            </a:r>
            <a:endParaRPr lang="en-US" dirty="0"/>
          </a:p>
        </p:txBody>
      </p:sp>
      <p:pic>
        <p:nvPicPr>
          <p:cNvPr id="5" name="Content Placeholder 4">
            <a:extLst>
              <a:ext uri="{FF2B5EF4-FFF2-40B4-BE49-F238E27FC236}">
                <a16:creationId xmlns:a16="http://schemas.microsoft.com/office/drawing/2014/main" id="{5B586EF2-F462-7586-E372-BEC79D51B30A}"/>
              </a:ext>
            </a:extLst>
          </p:cNvPr>
          <p:cNvPicPr>
            <a:picLocks noGrp="1" noChangeAspect="1"/>
          </p:cNvPicPr>
          <p:nvPr>
            <p:ph sz="half" idx="2"/>
          </p:nvPr>
        </p:nvPicPr>
        <p:blipFill>
          <a:blip r:embed="rId2"/>
          <a:stretch>
            <a:fillRect/>
          </a:stretch>
        </p:blipFill>
        <p:spPr>
          <a:xfrm>
            <a:off x="6449969" y="2264230"/>
            <a:ext cx="4116074" cy="3385456"/>
          </a:xfrm>
          <a:prstGeom prst="rect">
            <a:avLst/>
          </a:prstGeom>
        </p:spPr>
      </p:pic>
    </p:spTree>
    <p:extLst>
      <p:ext uri="{BB962C8B-B14F-4D97-AF65-F5344CB8AC3E}">
        <p14:creationId xmlns:p14="http://schemas.microsoft.com/office/powerpoint/2010/main" val="3186476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BE8F44-782E-5A66-DBAE-0B9F1708CD46}"/>
              </a:ext>
            </a:extLst>
          </p:cNvPr>
          <p:cNvSpPr>
            <a:spLocks noGrp="1"/>
          </p:cNvSpPr>
          <p:nvPr>
            <p:ph type="title"/>
          </p:nvPr>
        </p:nvSpPr>
        <p:spPr/>
        <p:txBody>
          <a:bodyPr/>
          <a:lstStyle/>
          <a:p>
            <a:r>
              <a:rPr lang="en-US" dirty="0"/>
              <a:t>Printing</a:t>
            </a:r>
          </a:p>
        </p:txBody>
      </p:sp>
      <p:sp>
        <p:nvSpPr>
          <p:cNvPr id="6" name="Content Placeholder 5">
            <a:extLst>
              <a:ext uri="{FF2B5EF4-FFF2-40B4-BE49-F238E27FC236}">
                <a16:creationId xmlns:a16="http://schemas.microsoft.com/office/drawing/2014/main" id="{F749F54D-A035-A2D3-687A-AA3C03DDD4C4}"/>
              </a:ext>
            </a:extLst>
          </p:cNvPr>
          <p:cNvSpPr>
            <a:spLocks noGrp="1"/>
          </p:cNvSpPr>
          <p:nvPr>
            <p:ph idx="1"/>
          </p:nvPr>
        </p:nvSpPr>
        <p:spPr/>
        <p:txBody>
          <a:bodyPr>
            <a:normAutofit fontScale="85000" lnSpcReduction="10000"/>
          </a:bodyPr>
          <a:lstStyle/>
          <a:p>
            <a:pPr marL="285750" indent="-285750">
              <a:buFont typeface="Arial"/>
              <a:buChar char="•"/>
            </a:pPr>
            <a:r>
              <a:rPr lang="en-US" dirty="0">
                <a:ea typeface="+mn-lt"/>
                <a:cs typeface="+mn-lt"/>
              </a:rPr>
              <a:t>A printer deposits color pigments onto a print media, changing the light reflected from its surface and making it possible for us to see the print result.</a:t>
            </a:r>
            <a:endParaRPr lang="en-US" dirty="0"/>
          </a:p>
          <a:p>
            <a:pPr marL="285750" indent="-285750">
              <a:buFont typeface="Arial"/>
              <a:buChar char="•"/>
            </a:pPr>
            <a:r>
              <a:rPr lang="en-US" dirty="0">
                <a:ea typeface="+mn-lt"/>
                <a:cs typeface="+mn-lt"/>
              </a:rPr>
              <a:t>Given the fact that the most commonly used print media is a piece of white paper, we can in principle utilize three types of pigments (cyan, magenta, and yellow) to regulate the amount of red, green, and blue light reflected to yield all RGB colors</a:t>
            </a:r>
          </a:p>
          <a:p>
            <a:pPr marL="285750" indent="-285750">
              <a:buFont typeface="Arial"/>
              <a:buChar char="•"/>
            </a:pPr>
            <a:r>
              <a:rPr lang="en-US" dirty="0">
                <a:ea typeface="+mn-lt"/>
                <a:cs typeface="+mn-lt"/>
              </a:rPr>
              <a:t>While some printing methods allow color pigments to blend together, in many cases the various color pigments remain separate in the form of tiny dots on the print media.</a:t>
            </a:r>
          </a:p>
          <a:p>
            <a:pPr marL="285750" indent="-285750">
              <a:buFont typeface="Arial"/>
              <a:buChar char="•"/>
            </a:pPr>
            <a:r>
              <a:rPr lang="en-US" dirty="0">
                <a:ea typeface="+mn-lt"/>
                <a:cs typeface="+mn-lt"/>
              </a:rPr>
              <a:t>Halftone is a technique used to create the illusion of shades and gradients using only dots of </a:t>
            </a:r>
            <a:r>
              <a:rPr lang="en-US">
                <a:ea typeface="+mn-lt"/>
                <a:cs typeface="+mn-lt"/>
              </a:rPr>
              <a:t>varying size, shape </a:t>
            </a:r>
            <a:r>
              <a:rPr lang="en-US" dirty="0">
                <a:ea typeface="+mn-lt"/>
                <a:cs typeface="+mn-lt"/>
              </a:rPr>
              <a:t>and spacing. It is commonly used in printing, newspapers, and comic books to represent images with limited colors.</a:t>
            </a:r>
            <a:endParaRPr lang="en-US" dirty="0">
              <a:ea typeface="Calibri"/>
              <a:cs typeface="Calibri"/>
            </a:endParaRPr>
          </a:p>
          <a:p>
            <a:endParaRPr lang="en-US" dirty="0"/>
          </a:p>
        </p:txBody>
      </p:sp>
    </p:spTree>
    <p:extLst>
      <p:ext uri="{BB962C8B-B14F-4D97-AF65-F5344CB8AC3E}">
        <p14:creationId xmlns:p14="http://schemas.microsoft.com/office/powerpoint/2010/main" val="4214264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DFE7B40-FFB9-6D78-86CC-90A4D81DD4EF}"/>
              </a:ext>
            </a:extLst>
          </p:cNvPr>
          <p:cNvSpPr>
            <a:spLocks noGrp="1"/>
          </p:cNvSpPr>
          <p:nvPr>
            <p:ph type="title"/>
          </p:nvPr>
        </p:nvSpPr>
        <p:spPr/>
        <p:txBody>
          <a:bodyPr/>
          <a:lstStyle/>
          <a:p>
            <a:r>
              <a:rPr lang="en-US" dirty="0"/>
              <a:t>Halftone</a:t>
            </a:r>
          </a:p>
        </p:txBody>
      </p:sp>
      <p:sp>
        <p:nvSpPr>
          <p:cNvPr id="6" name="Content Placeholder 5">
            <a:extLst>
              <a:ext uri="{FF2B5EF4-FFF2-40B4-BE49-F238E27FC236}">
                <a16:creationId xmlns:a16="http://schemas.microsoft.com/office/drawing/2014/main" id="{FD2E3092-2971-3D46-0B3C-706B733791D8}"/>
              </a:ext>
            </a:extLst>
          </p:cNvPr>
          <p:cNvSpPr>
            <a:spLocks noGrp="1"/>
          </p:cNvSpPr>
          <p:nvPr>
            <p:ph idx="1"/>
          </p:nvPr>
        </p:nvSpPr>
        <p:spPr/>
        <p:txBody>
          <a:bodyPr/>
          <a:lstStyle/>
          <a:p>
            <a:r>
              <a:rPr lang="en-US" dirty="0"/>
              <a:t>Halftoning is a technique that simulates continuous-tone images (like photographs) using dots of varying size, spacing, or density, typically in black and white or a limited color palette.</a:t>
            </a:r>
          </a:p>
          <a:p>
            <a:r>
              <a:rPr lang="en-US" dirty="0"/>
              <a:t>It tricks the human eye into perceiving smooth shades of gray or color, even though the image is made up of only binary values (like black or white).</a:t>
            </a:r>
          </a:p>
          <a:p>
            <a:r>
              <a:rPr lang="en-US" dirty="0"/>
              <a:t>Use in Newspaper &amp; magazine printing, Inkjet and laser printers, and so on</a:t>
            </a:r>
          </a:p>
        </p:txBody>
      </p:sp>
    </p:spTree>
    <p:extLst>
      <p:ext uri="{BB962C8B-B14F-4D97-AF65-F5344CB8AC3E}">
        <p14:creationId xmlns:p14="http://schemas.microsoft.com/office/powerpoint/2010/main" val="1484592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29EAE-337B-832A-0DBB-A7732B5638A2}"/>
              </a:ext>
            </a:extLst>
          </p:cNvPr>
          <p:cNvSpPr>
            <a:spLocks noGrp="1"/>
          </p:cNvSpPr>
          <p:nvPr>
            <p:ph type="title"/>
          </p:nvPr>
        </p:nvSpPr>
        <p:spPr/>
        <p:txBody>
          <a:bodyPr/>
          <a:lstStyle/>
          <a:p>
            <a:r>
              <a:rPr lang="en-US" dirty="0"/>
              <a:t>Halftone Visualization</a:t>
            </a:r>
          </a:p>
        </p:txBody>
      </p:sp>
      <p:pic>
        <p:nvPicPr>
          <p:cNvPr id="4" name="Picture 2" descr="http://upload.wikimedia.org/wikipedia/commons/thumb/1/10/Halftoning_introduction.svg/260px-Halftoning_introduction.svg.png">
            <a:extLst>
              <a:ext uri="{FF2B5EF4-FFF2-40B4-BE49-F238E27FC236}">
                <a16:creationId xmlns:a16="http://schemas.microsoft.com/office/drawing/2014/main" id="{DEFCFE34-D91A-2FA3-9E81-1629E69B03E4}"/>
              </a:ext>
            </a:extLst>
          </p:cNvPr>
          <p:cNvPicPr>
            <a:picLocks noChangeAspect="1" noChangeArrowheads="1"/>
          </p:cNvPicPr>
          <p:nvPr/>
        </p:nvPicPr>
        <p:blipFill>
          <a:blip r:embed="rId2" cstate="print"/>
          <a:srcRect/>
          <a:stretch>
            <a:fillRect/>
          </a:stretch>
        </p:blipFill>
        <p:spPr bwMode="auto">
          <a:xfrm>
            <a:off x="1515558" y="1974766"/>
            <a:ext cx="2667000" cy="3962400"/>
          </a:xfrm>
          <a:prstGeom prst="rect">
            <a:avLst/>
          </a:prstGeom>
          <a:noFill/>
        </p:spPr>
      </p:pic>
      <p:pic>
        <p:nvPicPr>
          <p:cNvPr id="5" name="Picture 4" descr="http://upload.wikimedia.org/wikipedia/commons/thumb/e/ef/Halftoningcolor.svg/408px-Halftoningcolor.svg.png">
            <a:extLst>
              <a:ext uri="{FF2B5EF4-FFF2-40B4-BE49-F238E27FC236}">
                <a16:creationId xmlns:a16="http://schemas.microsoft.com/office/drawing/2014/main" id="{7CB75D61-EAB4-B6DD-5F42-269D456C84A5}"/>
              </a:ext>
            </a:extLst>
          </p:cNvPr>
          <p:cNvPicPr>
            <a:picLocks noChangeAspect="1" noChangeArrowheads="1"/>
          </p:cNvPicPr>
          <p:nvPr/>
        </p:nvPicPr>
        <p:blipFill>
          <a:blip r:embed="rId3" cstate="print"/>
          <a:srcRect/>
          <a:stretch>
            <a:fillRect/>
          </a:stretch>
        </p:blipFill>
        <p:spPr bwMode="auto">
          <a:xfrm>
            <a:off x="4358532" y="2012866"/>
            <a:ext cx="5410200" cy="3886200"/>
          </a:xfrm>
          <a:prstGeom prst="rect">
            <a:avLst/>
          </a:prstGeom>
          <a:noFill/>
        </p:spPr>
      </p:pic>
    </p:spTree>
    <p:extLst>
      <p:ext uri="{BB962C8B-B14F-4D97-AF65-F5344CB8AC3E}">
        <p14:creationId xmlns:p14="http://schemas.microsoft.com/office/powerpoint/2010/main" val="21329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83562-914E-D5B6-71A8-EB697C7C6D8B}"/>
              </a:ext>
            </a:extLst>
          </p:cNvPr>
          <p:cNvSpPr>
            <a:spLocks noGrp="1"/>
          </p:cNvSpPr>
          <p:nvPr>
            <p:ph type="title"/>
          </p:nvPr>
        </p:nvSpPr>
        <p:spPr>
          <a:xfrm>
            <a:off x="936172" y="2389868"/>
            <a:ext cx="10515600" cy="1325563"/>
          </a:xfrm>
        </p:spPr>
        <p:txBody>
          <a:bodyPr/>
          <a:lstStyle/>
          <a:p>
            <a:pPr algn="ctr"/>
            <a:r>
              <a:rPr lang="en-US" dirty="0"/>
              <a:t>The End</a:t>
            </a:r>
          </a:p>
        </p:txBody>
      </p:sp>
    </p:spTree>
    <p:extLst>
      <p:ext uri="{BB962C8B-B14F-4D97-AF65-F5344CB8AC3E}">
        <p14:creationId xmlns:p14="http://schemas.microsoft.com/office/powerpoint/2010/main" val="13371525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9B9F8-A3AC-0092-A4EA-EA2994CD1250}"/>
              </a:ext>
            </a:extLst>
          </p:cNvPr>
          <p:cNvSpPr>
            <a:spLocks noGrp="1"/>
          </p:cNvSpPr>
          <p:nvPr>
            <p:ph type="title"/>
          </p:nvPr>
        </p:nvSpPr>
        <p:spPr/>
        <p:txBody>
          <a:bodyPr/>
          <a:lstStyle/>
          <a:p>
            <a:r>
              <a:rPr lang="en-US" dirty="0"/>
              <a:t>Books</a:t>
            </a:r>
          </a:p>
        </p:txBody>
      </p:sp>
      <p:sp>
        <p:nvSpPr>
          <p:cNvPr id="3" name="Content Placeholder 2">
            <a:extLst>
              <a:ext uri="{FF2B5EF4-FFF2-40B4-BE49-F238E27FC236}">
                <a16:creationId xmlns:a16="http://schemas.microsoft.com/office/drawing/2014/main" id="{864E1AB2-4338-5E19-8C4E-48DFB9B0D862}"/>
              </a:ext>
            </a:extLst>
          </p:cNvPr>
          <p:cNvSpPr>
            <a:spLocks noGrp="1"/>
          </p:cNvSpPr>
          <p:nvPr>
            <p:ph idx="1"/>
          </p:nvPr>
        </p:nvSpPr>
        <p:spPr/>
        <p:txBody>
          <a:bodyPr/>
          <a:lstStyle/>
          <a:p>
            <a:pPr marL="457200" indent="-457200"/>
            <a:r>
              <a:rPr lang="en-US" dirty="0"/>
              <a:t>Foley, van Dam, Feiner, Hughes, Computer Graphics: principles and practice, Addison Wesley, Second Edition.</a:t>
            </a:r>
          </a:p>
          <a:p>
            <a:pPr marL="457200" indent="-457200"/>
            <a:r>
              <a:rPr lang="en-US" dirty="0"/>
              <a:t>Schaum's Outline of Theory &amp; Problems of Computer </a:t>
            </a:r>
            <a:r>
              <a:rPr lang="en-US"/>
              <a:t>Graphics.</a:t>
            </a:r>
            <a:endParaRPr lang="en-US" dirty="0"/>
          </a:p>
          <a:p>
            <a:pPr marL="457200" indent="-457200"/>
            <a:r>
              <a:rPr lang="en-US" dirty="0"/>
              <a:t>Peter Shirley Steve Marschner , “Fundamental of computer graphics”, Third Edition.</a:t>
            </a:r>
          </a:p>
          <a:p>
            <a:endParaRPr lang="en-US" dirty="0"/>
          </a:p>
        </p:txBody>
      </p:sp>
    </p:spTree>
    <p:extLst>
      <p:ext uri="{BB962C8B-B14F-4D97-AF65-F5344CB8AC3E}">
        <p14:creationId xmlns:p14="http://schemas.microsoft.com/office/powerpoint/2010/main" val="4207373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TotalTime>
  <Words>2548</Words>
  <Application>Microsoft Office PowerPoint</Application>
  <PresentationFormat>Widescreen</PresentationFormat>
  <Paragraphs>306</Paragraphs>
  <Slides>37</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Aptos</vt:lpstr>
      <vt:lpstr>Aptos Display</vt:lpstr>
      <vt:lpstr>Arial</vt:lpstr>
      <vt:lpstr>Calibri</vt:lpstr>
      <vt:lpstr>Cambria Math</vt:lpstr>
      <vt:lpstr>Times New Roman</vt:lpstr>
      <vt:lpstr>Wingdings</vt:lpstr>
      <vt:lpstr>Office Theme</vt:lpstr>
      <vt:lpstr>Image Representation</vt:lpstr>
      <vt:lpstr>Outline</vt:lpstr>
      <vt:lpstr>Pixel</vt:lpstr>
      <vt:lpstr>Pixel</vt:lpstr>
      <vt:lpstr>Pixel</vt:lpstr>
      <vt:lpstr>Numeric Representation of Pixels</vt:lpstr>
      <vt:lpstr>Numeric Representation of Pixels</vt:lpstr>
      <vt:lpstr>Numeric Representation of Pixels</vt:lpstr>
      <vt:lpstr>Pixel Space Allocation</vt:lpstr>
      <vt:lpstr>Pixel Storage in Memory</vt:lpstr>
      <vt:lpstr>Determination of Pixel Color</vt:lpstr>
      <vt:lpstr>Determination of Pixel Color</vt:lpstr>
      <vt:lpstr>Computation of Pixel Color</vt:lpstr>
      <vt:lpstr>Graphics Images</vt:lpstr>
      <vt:lpstr>Graphics Images</vt:lpstr>
      <vt:lpstr>Raster Image Representation</vt:lpstr>
      <vt:lpstr>Vector Image Representation</vt:lpstr>
      <vt:lpstr>Graphics Image File Format</vt:lpstr>
      <vt:lpstr>Color Model</vt:lpstr>
      <vt:lpstr>Color Model</vt:lpstr>
      <vt:lpstr>RGB Color Model</vt:lpstr>
      <vt:lpstr>How RGB Works?</vt:lpstr>
      <vt:lpstr>CMYK Color Model</vt:lpstr>
      <vt:lpstr>CMYK Color Model</vt:lpstr>
      <vt:lpstr>How CYMK Works?</vt:lpstr>
      <vt:lpstr>RGB to CMYK Conversion</vt:lpstr>
      <vt:lpstr>RGB to CMYK Conversion (Example)</vt:lpstr>
      <vt:lpstr>CMYK to RGB Conversion</vt:lpstr>
      <vt:lpstr>CMYK to RGB Conversion (Example)</vt:lpstr>
      <vt:lpstr>Bit Depth</vt:lpstr>
      <vt:lpstr>Color Storage: Direct Coding</vt:lpstr>
      <vt:lpstr>Color Storage: Lookup Table</vt:lpstr>
      <vt:lpstr>Printing</vt:lpstr>
      <vt:lpstr>Halftone</vt:lpstr>
      <vt:lpstr>Halftone Visualization</vt:lpstr>
      <vt:lpstr>The End</vt:lpstr>
      <vt:lpstr>Books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Aneem Al Ahsan Rupai</dc:creator>
  <cp:lastModifiedBy>Aneem Al Ahsan Rupai</cp:lastModifiedBy>
  <cp:revision>4</cp:revision>
  <dcterms:created xsi:type="dcterms:W3CDTF">2025-07-15T04:20:01Z</dcterms:created>
  <dcterms:modified xsi:type="dcterms:W3CDTF">2025-10-28T09:40:12Z</dcterms:modified>
</cp:coreProperties>
</file>